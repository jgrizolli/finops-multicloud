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457" r:id="rId3"/>
    <p:sldId id="659" r:id="rId4"/>
    <p:sldId id="862" r:id="rId5"/>
    <p:sldId id="1066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19AE70-7DF1-4FB1-8314-E69BF6E48ADB}" v="5" dt="2026-09-02T15:46:12.0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EC19AE70-7DF1-4FB1-8314-E69BF6E48ADB}"/>
    <pc:docChg chg="mod addSld modSld modMainMaster setSldSz">
      <pc:chgData name="" userId="" providerId="" clId="Web-{EC19AE70-7DF1-4FB1-8314-E69BF6E48ADB}" dt="2026-09-02T15:46:32.054" v="10" actId="34807"/>
      <pc:docMkLst>
        <pc:docMk/>
      </pc:docMkLst>
      <pc:sldChg chg="addSp delSp modSp mod setBg modNotesTx">
        <pc:chgData name="" userId="" providerId="" clId="Web-{EC19AE70-7DF1-4FB1-8314-E69BF6E48ADB}" dt="2026-09-02T15:46:32.054" v="10" actId="34807"/>
        <pc:sldMkLst>
          <pc:docMk/>
          <pc:sldMk cId="0" sldId="256"/>
        </pc:sldMkLst>
        <pc:spChg chg="add mod">
          <ac:chgData name="" userId="" providerId="" clId="Web-{EC19AE70-7DF1-4FB1-8314-E69BF6E48ADB}" dt="2026-09-02T15:40:20.450" v="3" actId="34807"/>
          <ac:spMkLst>
            <pc:docMk/>
            <pc:sldMk cId="0" sldId="256"/>
            <ac:spMk id="2" creationId="{486F6E6A-A55E-042C-B25A-19030665D13A}"/>
          </ac:spMkLst>
        </pc:spChg>
        <pc:spChg chg="add del mod">
          <ac:chgData name="" userId="" providerId="" clId="Web-{EC19AE70-7DF1-4FB1-8314-E69BF6E48ADB}" dt="2026-09-02T15:46:12.085" v="9" actId="34807"/>
          <ac:spMkLst>
            <pc:docMk/>
            <pc:sldMk cId="0" sldId="256"/>
            <ac:spMk id="3" creationId="{A0F20196-DCBA-8B7E-A411-3A49588E843F}"/>
          </ac:spMkLst>
        </pc:spChg>
        <pc:spChg chg="add del mod">
          <ac:chgData name="" userId="" providerId="" clId="Web-{EC19AE70-7DF1-4FB1-8314-E69BF6E48ADB}" dt="2026-09-02T15:46:12.085" v="9" actId="34807"/>
          <ac:spMkLst>
            <pc:docMk/>
            <pc:sldMk cId="0" sldId="256"/>
            <ac:spMk id="4" creationId="{9EF17C72-F9CB-E3E5-66E1-643B7F6105D9}"/>
          </ac:spMkLst>
        </pc:spChg>
        <pc:spChg chg="add del mod">
          <ac:chgData name="" userId="" providerId="" clId="Web-{EC19AE70-7DF1-4FB1-8314-E69BF6E48ADB}" dt="2026-09-02T15:46:12.085" v="9" actId="34807"/>
          <ac:spMkLst>
            <pc:docMk/>
            <pc:sldMk cId="0" sldId="256"/>
            <ac:spMk id="5" creationId="{7FCD2859-A099-2AF5-0632-F4C12FABCD23}"/>
          </ac:spMkLst>
        </pc:spChg>
        <pc:spChg chg="add del mod">
          <ac:chgData name="" userId="" providerId="" clId="Web-{EC19AE70-7DF1-4FB1-8314-E69BF6E48ADB}" dt="2026-09-02T15:46:12.085" v="9" actId="34807"/>
          <ac:spMkLst>
            <pc:docMk/>
            <pc:sldMk cId="0" sldId="256"/>
            <ac:spMk id="6" creationId="{538F7042-8226-38E8-62AB-A73DED20423B}"/>
          </ac:spMkLst>
        </pc:spChg>
        <pc:spChg chg="add mod">
          <ac:chgData name="" userId="" providerId="" clId="Web-{EC19AE70-7DF1-4FB1-8314-E69BF6E48ADB}" dt="2026-09-02T15:46:32.054" v="10" actId="34807"/>
          <ac:spMkLst>
            <pc:docMk/>
            <pc:sldMk cId="0" sldId="256"/>
            <ac:spMk id="70" creationId="{9E913BE4-B184-7388-273E-6F75BBA001DC}"/>
          </ac:spMkLst>
        </pc:spChg>
        <pc:spChg chg="add mod">
          <ac:chgData name="" userId="" providerId="" clId="Web-{EC19AE70-7DF1-4FB1-8314-E69BF6E48ADB}" dt="2026-09-02T15:46:32.054" v="10" actId="34807"/>
          <ac:spMkLst>
            <pc:docMk/>
            <pc:sldMk cId="0" sldId="256"/>
            <ac:spMk id="71" creationId="{6B0E47EB-1ABB-8CDB-054E-3C98DE7363CC}"/>
          </ac:spMkLst>
        </pc:spChg>
        <pc:spChg chg="add mod">
          <ac:chgData name="" userId="" providerId="" clId="Web-{EC19AE70-7DF1-4FB1-8314-E69BF6E48ADB}" dt="2026-09-02T15:46:32.054" v="10" actId="34807"/>
          <ac:spMkLst>
            <pc:docMk/>
            <pc:sldMk cId="0" sldId="256"/>
            <ac:spMk id="72" creationId="{9DE926C4-08C1-2EAD-EE81-036CB17F952F}"/>
          </ac:spMkLst>
        </pc:spChg>
        <pc:spChg chg="add mod">
          <ac:chgData name="" userId="" providerId="" clId="Web-{EC19AE70-7DF1-4FB1-8314-E69BF6E48ADB}" dt="2026-09-02T15:46:32.054" v="10" actId="34807"/>
          <ac:spMkLst>
            <pc:docMk/>
            <pc:sldMk cId="0" sldId="256"/>
            <ac:spMk id="73" creationId="{55E51132-D5F9-F6C3-21EF-69B228BD7486}"/>
          </ac:spMkLst>
        </pc:spChg>
      </pc:sldChg>
      <pc:sldChg chg="addSp modSp add mod setBg modNotesTx">
        <pc:chgData name="" userId="" providerId="" clId="Web-{EC19AE70-7DF1-4FB1-8314-E69BF6E48ADB}" dt="2026-09-02T15:43:52.723" v="8" actId="34807"/>
        <pc:sldMkLst>
          <pc:docMk/>
          <pc:sldMk cId="1658340196" sldId="457"/>
        </pc:sldMkLst>
        <pc:spChg chg="add mod">
          <ac:chgData name="" userId="" providerId="" clId="Web-{EC19AE70-7DF1-4FB1-8314-E69BF6E48ADB}" dt="2026-09-02T15:41:14.733" v="4" actId="34807"/>
          <ac:spMkLst>
            <pc:docMk/>
            <pc:sldMk cId="1658340196" sldId="457"/>
            <ac:spMk id="7" creationId="{8604BA7A-3C59-D957-199A-39AF600AD8AF}"/>
          </ac:spMkLst>
        </pc:spChg>
        <pc:spChg chg="add mod">
          <ac:chgData name="" userId="" providerId="" clId="Web-{EC19AE70-7DF1-4FB1-8314-E69BF6E48ADB}" dt="2026-09-02T15:41:14.733" v="4" actId="34807"/>
          <ac:spMkLst>
            <pc:docMk/>
            <pc:sldMk cId="1658340196" sldId="457"/>
            <ac:spMk id="8" creationId="{CA87A4FC-3316-CB46-B420-4577C21A87DA}"/>
          </ac:spMkLst>
        </pc:spChg>
        <pc:spChg chg="add mod">
          <ac:chgData name="" userId="" providerId="" clId="Web-{EC19AE70-7DF1-4FB1-8314-E69BF6E48ADB}" dt="2026-09-02T15:41:14.733" v="4" actId="34807"/>
          <ac:spMkLst>
            <pc:docMk/>
            <pc:sldMk cId="1658340196" sldId="457"/>
            <ac:spMk id="11" creationId="{947BBEDE-8959-6BAE-160D-60B2FBD0EECB}"/>
          </ac:spMkLst>
        </pc:spChg>
        <pc:spChg chg="add mod">
          <ac:chgData name="" userId="" providerId="" clId="Web-{EC19AE70-7DF1-4FB1-8314-E69BF6E48ADB}" dt="2026-09-02T15:43:52.723" v="8" actId="34807"/>
          <ac:spMkLst>
            <pc:docMk/>
            <pc:sldMk cId="1658340196" sldId="457"/>
            <ac:spMk id="13" creationId="{A505022E-190C-0E7B-94A4-39CF80E2944F}"/>
          </ac:spMkLst>
        </pc:spChg>
        <pc:spChg chg="mod">
          <ac:chgData name="" userId="" providerId="" clId="Web-{EC19AE70-7DF1-4FB1-8314-E69BF6E48ADB}" dt="2026-09-02T15:43:52.723" v="8" actId="34807"/>
          <ac:spMkLst>
            <pc:docMk/>
            <pc:sldMk cId="1658340196" sldId="457"/>
            <ac:spMk id="14" creationId="{B804436C-E0DC-B4D3-6E3B-F308AE770E70}"/>
          </ac:spMkLst>
        </pc:spChg>
        <pc:spChg chg="add mod">
          <ac:chgData name="" userId="" providerId="" clId="Web-{EC19AE70-7DF1-4FB1-8314-E69BF6E48ADB}" dt="2026-09-02T15:41:14.733" v="4" actId="34807"/>
          <ac:spMkLst>
            <pc:docMk/>
            <pc:sldMk cId="1658340196" sldId="457"/>
            <ac:spMk id="15" creationId="{A9672309-7B6D-CF1A-F783-A705583F602A}"/>
          </ac:spMkLst>
        </pc:spChg>
        <pc:spChg chg="mod">
          <ac:chgData name="" userId="" providerId="" clId="Web-{EC19AE70-7DF1-4FB1-8314-E69BF6E48ADB}" dt="2026-09-02T15:43:52.723" v="8" actId="34807"/>
          <ac:spMkLst>
            <pc:docMk/>
            <pc:sldMk cId="1658340196" sldId="457"/>
            <ac:spMk id="17" creationId="{E3A159AB-0F75-6D2E-F411-502CF0BE596E}"/>
          </ac:spMkLst>
        </pc:spChg>
        <pc:spChg chg="add mod">
          <ac:chgData name="" userId="" providerId="" clId="Web-{EC19AE70-7DF1-4FB1-8314-E69BF6E48ADB}" dt="2026-09-02T15:41:14.733" v="4" actId="34807"/>
          <ac:spMkLst>
            <pc:docMk/>
            <pc:sldMk cId="1658340196" sldId="457"/>
            <ac:spMk id="18" creationId="{DFB7EC0E-8F5E-28CB-DAE2-B3CEE34D210F}"/>
          </ac:spMkLst>
        </pc:spChg>
        <pc:spChg chg="mod">
          <ac:chgData name="" userId="" providerId="" clId="Web-{EC19AE70-7DF1-4FB1-8314-E69BF6E48ADB}" dt="2026-09-02T15:43:52.723" v="8" actId="34807"/>
          <ac:spMkLst>
            <pc:docMk/>
            <pc:sldMk cId="1658340196" sldId="457"/>
            <ac:spMk id="19" creationId="{F879CD4B-6589-37A2-6995-4739C7F79C60}"/>
          </ac:spMkLst>
        </pc:spChg>
        <pc:spChg chg="add mod">
          <ac:chgData name="" userId="" providerId="" clId="Web-{EC19AE70-7DF1-4FB1-8314-E69BF6E48ADB}" dt="2026-09-02T15:43:52.723" v="8" actId="34807"/>
          <ac:spMkLst>
            <pc:docMk/>
            <pc:sldMk cId="1658340196" sldId="457"/>
            <ac:spMk id="20" creationId="{10F9C5A0-C013-4FC2-1FEB-453F55F74A73}"/>
          </ac:spMkLst>
        </pc:spChg>
        <pc:spChg chg="mod">
          <ac:chgData name="" userId="" providerId="" clId="Web-{EC19AE70-7DF1-4FB1-8314-E69BF6E48ADB}" dt="2026-09-02T15:43:52.723" v="8" actId="34807"/>
          <ac:spMkLst>
            <pc:docMk/>
            <pc:sldMk cId="1658340196" sldId="457"/>
            <ac:spMk id="21" creationId="{CB014C0E-E025-3A90-ABD2-FEBCECF9357A}"/>
          </ac:spMkLst>
        </pc:spChg>
        <pc:spChg chg="mod">
          <ac:chgData name="" userId="" providerId="" clId="Web-{EC19AE70-7DF1-4FB1-8314-E69BF6E48ADB}" dt="2026-09-02T15:43:52.723" v="8" actId="34807"/>
          <ac:spMkLst>
            <pc:docMk/>
            <pc:sldMk cId="1658340196" sldId="457"/>
            <ac:spMk id="22" creationId="{91F19C25-AFFC-C005-0AFB-8D1B408BF7F9}"/>
          </ac:spMkLst>
        </pc:spChg>
        <pc:spChg chg="add mod">
          <ac:chgData name="" userId="" providerId="" clId="Web-{EC19AE70-7DF1-4FB1-8314-E69BF6E48ADB}" dt="2026-09-02T15:41:14.733" v="4" actId="34807"/>
          <ac:spMkLst>
            <pc:docMk/>
            <pc:sldMk cId="1658340196" sldId="457"/>
            <ac:spMk id="23" creationId="{1328657C-DAFF-BD3B-698F-7720B7E3931E}"/>
          </ac:spMkLst>
        </pc:spChg>
        <pc:spChg chg="mod">
          <ac:chgData name="" userId="" providerId="" clId="Web-{EC19AE70-7DF1-4FB1-8314-E69BF6E48ADB}" dt="2026-09-02T15:43:52.723" v="8" actId="34807"/>
          <ac:spMkLst>
            <pc:docMk/>
            <pc:sldMk cId="1658340196" sldId="457"/>
            <ac:spMk id="24" creationId="{72185E43-CF44-9172-221D-CB290BE454BA}"/>
          </ac:spMkLst>
        </pc:spChg>
        <pc:spChg chg="add mod">
          <ac:chgData name="" userId="" providerId="" clId="Web-{EC19AE70-7DF1-4FB1-8314-E69BF6E48ADB}" dt="2026-09-02T15:43:52.723" v="8" actId="34807"/>
          <ac:spMkLst>
            <pc:docMk/>
            <pc:sldMk cId="1658340196" sldId="457"/>
            <ac:spMk id="28" creationId="{F4B5230C-7841-3785-C53F-CEB6161EE323}"/>
          </ac:spMkLst>
        </pc:spChg>
        <pc:spChg chg="add mod">
          <ac:chgData name="" userId="" providerId="" clId="Web-{EC19AE70-7DF1-4FB1-8314-E69BF6E48ADB}" dt="2026-09-02T15:43:52.723" v="8" actId="34807"/>
          <ac:spMkLst>
            <pc:docMk/>
            <pc:sldMk cId="1658340196" sldId="457"/>
            <ac:spMk id="29" creationId="{9CB57F00-CC85-B659-43C8-27191717658A}"/>
          </ac:spMkLst>
        </pc:spChg>
      </pc:sldChg>
      <pc:sldChg chg="addSp modSp add mod setBg modNotesTx">
        <pc:chgData name="" userId="" providerId="" clId="Web-{EC19AE70-7DF1-4FB1-8314-E69BF6E48ADB}" dt="2026-09-02T15:43:52.723" v="8" actId="34807"/>
        <pc:sldMkLst>
          <pc:docMk/>
          <pc:sldMk cId="708045278" sldId="659"/>
        </pc:sldMkLst>
        <pc:spChg chg="add mod">
          <ac:chgData name="" userId="" providerId="" clId="Web-{EC19AE70-7DF1-4FB1-8314-E69BF6E48ADB}" dt="2026-09-02T15:42:00.407" v="5" actId="34807"/>
          <ac:spMkLst>
            <pc:docMk/>
            <pc:sldMk cId="708045278" sldId="659"/>
            <ac:spMk id="30" creationId="{634B248A-0D2B-B9CF-902E-BD424ACD84C9}"/>
          </ac:spMkLst>
        </pc:spChg>
        <pc:spChg chg="add mod">
          <ac:chgData name="" userId="" providerId="" clId="Web-{EC19AE70-7DF1-4FB1-8314-E69BF6E48ADB}" dt="2026-09-02T15:42:00.407" v="5" actId="34807"/>
          <ac:spMkLst>
            <pc:docMk/>
            <pc:sldMk cId="708045278" sldId="659"/>
            <ac:spMk id="31" creationId="{D3C64381-7FB2-8C40-C403-5EB8DC8F444A}"/>
          </ac:spMkLst>
        </pc:spChg>
        <pc:spChg chg="add mod">
          <ac:chgData name="" userId="" providerId="" clId="Web-{EC19AE70-7DF1-4FB1-8314-E69BF6E48ADB}" dt="2026-09-02T15:43:52.723" v="8" actId="34807"/>
          <ac:spMkLst>
            <pc:docMk/>
            <pc:sldMk cId="708045278" sldId="659"/>
            <ac:spMk id="33" creationId="{1DCFC5F9-BEF3-EAD3-81AC-7CC4170E4686}"/>
          </ac:spMkLst>
        </pc:spChg>
        <pc:spChg chg="add mod">
          <ac:chgData name="" userId="" providerId="" clId="Web-{EC19AE70-7DF1-4FB1-8314-E69BF6E48ADB}" dt="2026-09-02T15:43:52.723" v="8" actId="34807"/>
          <ac:spMkLst>
            <pc:docMk/>
            <pc:sldMk cId="708045278" sldId="659"/>
            <ac:spMk id="34" creationId="{1864DF99-E2A2-EAC6-999E-7343AD4EA0E3}"/>
          </ac:spMkLst>
        </pc:spChg>
        <pc:spChg chg="add mod">
          <ac:chgData name="" userId="" providerId="" clId="Web-{EC19AE70-7DF1-4FB1-8314-E69BF6E48ADB}" dt="2026-09-02T15:43:52.723" v="8" actId="34807"/>
          <ac:spMkLst>
            <pc:docMk/>
            <pc:sldMk cId="708045278" sldId="659"/>
            <ac:spMk id="35" creationId="{C67F4D79-D389-1ACE-3539-9F8AD5F25AEE}"/>
          </ac:spMkLst>
        </pc:spChg>
        <pc:spChg chg="mod">
          <ac:chgData name="" userId="" providerId="" clId="Web-{EC19AE70-7DF1-4FB1-8314-E69BF6E48ADB}" dt="2026-09-02T15:43:52.723" v="8" actId="34807"/>
          <ac:spMkLst>
            <pc:docMk/>
            <pc:sldMk cId="708045278" sldId="659"/>
            <ac:spMk id="36" creationId="{4755DF94-D7CE-92A5-4356-51D6030706B6}"/>
          </ac:spMkLst>
        </pc:spChg>
        <pc:spChg chg="mod">
          <ac:chgData name="" userId="" providerId="" clId="Web-{EC19AE70-7DF1-4FB1-8314-E69BF6E48ADB}" dt="2026-09-02T15:43:52.723" v="8" actId="34807"/>
          <ac:spMkLst>
            <pc:docMk/>
            <pc:sldMk cId="708045278" sldId="659"/>
            <ac:spMk id="37" creationId="{D3E8A5E4-22CA-E760-CF82-AE708687D367}"/>
          </ac:spMkLst>
        </pc:spChg>
        <pc:spChg chg="add mod">
          <ac:chgData name="" userId="" providerId="" clId="Web-{EC19AE70-7DF1-4FB1-8314-E69BF6E48ADB}" dt="2026-09-02T15:43:52.723" v="8" actId="34807"/>
          <ac:spMkLst>
            <pc:docMk/>
            <pc:sldMk cId="708045278" sldId="659"/>
            <ac:spMk id="38" creationId="{BB359F01-BD3B-6270-10F2-C023CF82C758}"/>
          </ac:spMkLst>
        </pc:spChg>
        <pc:spChg chg="add mod">
          <ac:chgData name="" userId="" providerId="" clId="Web-{EC19AE70-7DF1-4FB1-8314-E69BF6E48ADB}" dt="2026-09-02T15:42:00.407" v="5" actId="34807"/>
          <ac:spMkLst>
            <pc:docMk/>
            <pc:sldMk cId="708045278" sldId="659"/>
            <ac:spMk id="39" creationId="{FED406AE-249F-F855-2FE0-459F8741B601}"/>
          </ac:spMkLst>
        </pc:spChg>
        <pc:spChg chg="add mod">
          <ac:chgData name="" userId="" providerId="" clId="Web-{EC19AE70-7DF1-4FB1-8314-E69BF6E48ADB}" dt="2026-09-02T15:42:00.407" v="5" actId="34807"/>
          <ac:spMkLst>
            <pc:docMk/>
            <pc:sldMk cId="708045278" sldId="659"/>
            <ac:spMk id="40" creationId="{18BAAE67-DD05-68A2-20DB-B4767E6907EB}"/>
          </ac:spMkLst>
        </pc:spChg>
        <pc:spChg chg="add mod">
          <ac:chgData name="" userId="" providerId="" clId="Web-{EC19AE70-7DF1-4FB1-8314-E69BF6E48ADB}" dt="2026-09-02T15:42:00.407" v="5" actId="34807"/>
          <ac:spMkLst>
            <pc:docMk/>
            <pc:sldMk cId="708045278" sldId="659"/>
            <ac:spMk id="41" creationId="{5B67942F-5542-D1FD-B57E-C23165894F65}"/>
          </ac:spMkLst>
        </pc:spChg>
        <pc:spChg chg="add mod">
          <ac:chgData name="" userId="" providerId="" clId="Web-{EC19AE70-7DF1-4FB1-8314-E69BF6E48ADB}" dt="2026-09-02T15:42:00.407" v="5" actId="34807"/>
          <ac:spMkLst>
            <pc:docMk/>
            <pc:sldMk cId="708045278" sldId="659"/>
            <ac:spMk id="43" creationId="{F48755E9-D6D1-F230-FB15-88A99500A51A}"/>
          </ac:spMkLst>
        </pc:spChg>
      </pc:sldChg>
      <pc:sldChg chg="addSp modSp add mod setBg modNotesTx">
        <pc:chgData name="" userId="" providerId="" clId="Web-{EC19AE70-7DF1-4FB1-8314-E69BF6E48ADB}" dt="2026-09-02T15:43:52.723" v="8" actId="34807"/>
        <pc:sldMkLst>
          <pc:docMk/>
          <pc:sldMk cId="2985859423" sldId="862"/>
        </pc:sldMkLst>
        <pc:spChg chg="add mod">
          <ac:chgData name="" userId="" providerId="" clId="Web-{EC19AE70-7DF1-4FB1-8314-E69BF6E48ADB}" dt="2026-09-02T15:42:53.268" v="6" actId="34807"/>
          <ac:spMkLst>
            <pc:docMk/>
            <pc:sldMk cId="2985859423" sldId="862"/>
            <ac:spMk id="45" creationId="{53FF6477-CE81-BFEE-9714-97D90773E7E7}"/>
          </ac:spMkLst>
        </pc:spChg>
        <pc:spChg chg="add mod">
          <ac:chgData name="" userId="" providerId="" clId="Web-{EC19AE70-7DF1-4FB1-8314-E69BF6E48ADB}" dt="2026-09-02T15:42:53.268" v="6" actId="34807"/>
          <ac:spMkLst>
            <pc:docMk/>
            <pc:sldMk cId="2985859423" sldId="862"/>
            <ac:spMk id="46" creationId="{A58C7878-3E30-5B9B-C045-1BDBC951A7AA}"/>
          </ac:spMkLst>
        </pc:spChg>
        <pc:spChg chg="mod">
          <ac:chgData name="" userId="" providerId="" clId="Web-{EC19AE70-7DF1-4FB1-8314-E69BF6E48ADB}" dt="2026-09-02T15:43:52.723" v="8" actId="34807"/>
          <ac:spMkLst>
            <pc:docMk/>
            <pc:sldMk cId="2985859423" sldId="862"/>
            <ac:spMk id="49" creationId="{84E9EBFA-8D5F-EDE4-488A-DFE64ED2CE15}"/>
          </ac:spMkLst>
        </pc:spChg>
        <pc:spChg chg="add mod">
          <ac:chgData name="" userId="" providerId="" clId="Web-{EC19AE70-7DF1-4FB1-8314-E69BF6E48ADB}" dt="2026-09-02T15:43:52.723" v="8" actId="34807"/>
          <ac:spMkLst>
            <pc:docMk/>
            <pc:sldMk cId="2985859423" sldId="862"/>
            <ac:spMk id="50" creationId="{FE78FEE5-9757-622A-1943-4EDEF2395BDC}"/>
          </ac:spMkLst>
        </pc:spChg>
        <pc:spChg chg="add mod">
          <ac:chgData name="" userId="" providerId="" clId="Web-{EC19AE70-7DF1-4FB1-8314-E69BF6E48ADB}" dt="2026-09-02T15:43:52.723" v="8" actId="34807"/>
          <ac:spMkLst>
            <pc:docMk/>
            <pc:sldMk cId="2985859423" sldId="862"/>
            <ac:spMk id="51" creationId="{8B34612C-F46C-5C32-EBD3-C72DC18833ED}"/>
          </ac:spMkLst>
        </pc:spChg>
        <pc:spChg chg="mod">
          <ac:chgData name="" userId="" providerId="" clId="Web-{EC19AE70-7DF1-4FB1-8314-E69BF6E48ADB}" dt="2026-09-02T15:43:52.723" v="8" actId="34807"/>
          <ac:spMkLst>
            <pc:docMk/>
            <pc:sldMk cId="2985859423" sldId="862"/>
            <ac:spMk id="52" creationId="{91F3298A-A6AC-EDCF-8B17-2931F500AD7B}"/>
          </ac:spMkLst>
        </pc:spChg>
        <pc:spChg chg="add mod">
          <ac:chgData name="" userId="" providerId="" clId="Web-{EC19AE70-7DF1-4FB1-8314-E69BF6E48ADB}" dt="2026-09-02T15:43:52.723" v="8" actId="34807"/>
          <ac:spMkLst>
            <pc:docMk/>
            <pc:sldMk cId="2985859423" sldId="862"/>
            <ac:spMk id="53" creationId="{6EB01B3B-1329-ABEF-EACA-AA154E0367E6}"/>
          </ac:spMkLst>
        </pc:spChg>
        <pc:spChg chg="mod">
          <ac:chgData name="" userId="" providerId="" clId="Web-{EC19AE70-7DF1-4FB1-8314-E69BF6E48ADB}" dt="2026-09-02T15:43:52.723" v="8" actId="34807"/>
          <ac:spMkLst>
            <pc:docMk/>
            <pc:sldMk cId="2985859423" sldId="862"/>
            <ac:spMk id="54" creationId="{EDFAC310-C260-FF3A-B7E3-69D4CD6A9166}"/>
          </ac:spMkLst>
        </pc:spChg>
        <pc:spChg chg="mod">
          <ac:chgData name="" userId="" providerId="" clId="Web-{EC19AE70-7DF1-4FB1-8314-E69BF6E48ADB}" dt="2026-09-02T15:43:52.723" v="8" actId="34807"/>
          <ac:spMkLst>
            <pc:docMk/>
            <pc:sldMk cId="2985859423" sldId="862"/>
            <ac:spMk id="55" creationId="{FDE58A8C-56D8-32F1-8688-D35290B9EA01}"/>
          </ac:spMkLst>
        </pc:spChg>
        <pc:spChg chg="add mod">
          <ac:chgData name="" userId="" providerId="" clId="Web-{EC19AE70-7DF1-4FB1-8314-E69BF6E48ADB}" dt="2026-09-02T15:43:52.723" v="8" actId="34807"/>
          <ac:spMkLst>
            <pc:docMk/>
            <pc:sldMk cId="2985859423" sldId="862"/>
            <ac:spMk id="56" creationId="{32A569BA-708F-D569-1559-B7E291B4607D}"/>
          </ac:spMkLst>
        </pc:spChg>
        <pc:spChg chg="mod">
          <ac:chgData name="" userId="" providerId="" clId="Web-{EC19AE70-7DF1-4FB1-8314-E69BF6E48ADB}" dt="2026-09-02T15:43:52.723" v="8" actId="34807"/>
          <ac:spMkLst>
            <pc:docMk/>
            <pc:sldMk cId="2985859423" sldId="862"/>
            <ac:spMk id="57" creationId="{04CF0947-1672-54D3-0F23-66734CA5555D}"/>
          </ac:spMkLst>
        </pc:spChg>
        <pc:spChg chg="mod">
          <ac:chgData name="" userId="" providerId="" clId="Web-{EC19AE70-7DF1-4FB1-8314-E69BF6E48ADB}" dt="2026-09-02T15:43:52.723" v="8" actId="34807"/>
          <ac:spMkLst>
            <pc:docMk/>
            <pc:sldMk cId="2985859423" sldId="862"/>
            <ac:spMk id="59" creationId="{97F33A1A-8E7A-F646-7708-EBAA06279AAD}"/>
          </ac:spMkLst>
        </pc:spChg>
        <pc:spChg chg="add mod">
          <ac:chgData name="" userId="" providerId="" clId="Web-{EC19AE70-7DF1-4FB1-8314-E69BF6E48ADB}" dt="2026-09-02T15:42:53.268" v="6" actId="34807"/>
          <ac:spMkLst>
            <pc:docMk/>
            <pc:sldMk cId="2985859423" sldId="862"/>
            <ac:spMk id="60" creationId="{7A3A5740-D523-F14A-0120-45582317CA82}"/>
          </ac:spMkLst>
        </pc:spChg>
        <pc:spChg chg="add mod">
          <ac:chgData name="" userId="" providerId="" clId="Web-{EC19AE70-7DF1-4FB1-8314-E69BF6E48ADB}" dt="2026-09-02T15:42:53.268" v="6" actId="34807"/>
          <ac:spMkLst>
            <pc:docMk/>
            <pc:sldMk cId="2985859423" sldId="862"/>
            <ac:spMk id="61" creationId="{58EAA174-F06A-4C0E-3668-A9CF49BF1A47}"/>
          </ac:spMkLst>
        </pc:spChg>
        <pc:spChg chg="add mod">
          <ac:chgData name="" userId="" providerId="" clId="Web-{EC19AE70-7DF1-4FB1-8314-E69BF6E48ADB}" dt="2026-09-02T15:42:53.268" v="6" actId="34807"/>
          <ac:spMkLst>
            <pc:docMk/>
            <pc:sldMk cId="2985859423" sldId="862"/>
            <ac:spMk id="63" creationId="{4B0BAF34-D228-55DB-B9A5-DF98114A3A6C}"/>
          </ac:spMkLst>
        </pc:spChg>
        <pc:spChg chg="add mod">
          <ac:chgData name="" userId="" providerId="" clId="Web-{EC19AE70-7DF1-4FB1-8314-E69BF6E48ADB}" dt="2026-09-02T15:42:53.268" v="6" actId="34807"/>
          <ac:spMkLst>
            <pc:docMk/>
            <pc:sldMk cId="2985859423" sldId="862"/>
            <ac:spMk id="64" creationId="{07E81006-ECDF-EDCD-357E-1E36A2399DB6}"/>
          </ac:spMkLst>
        </pc:spChg>
      </pc:sldChg>
      <pc:sldChg chg="addSp delSp modSp add mod setBg modNotesTx">
        <pc:chgData name="" userId="" providerId="" clId="Web-{EC19AE70-7DF1-4FB1-8314-E69BF6E48ADB}" dt="2026-09-02T15:46:32.054" v="10" actId="34807"/>
        <pc:sldMkLst>
          <pc:docMk/>
          <pc:sldMk cId="3099144270" sldId="1066"/>
        </pc:sldMkLst>
        <pc:spChg chg="add del mod">
          <ac:chgData name="" userId="" providerId="" clId="Web-{EC19AE70-7DF1-4FB1-8314-E69BF6E48ADB}" dt="2026-09-02T15:46:12.085" v="9" actId="34807"/>
          <ac:spMkLst>
            <pc:docMk/>
            <pc:sldMk cId="3099144270" sldId="1066"/>
            <ac:spMk id="70" creationId="{1666AB8A-3B03-2BBC-ED1B-5221E8B74C01}"/>
          </ac:spMkLst>
        </pc:spChg>
        <pc:spChg chg="add del mod">
          <ac:chgData name="" userId="" providerId="" clId="Web-{EC19AE70-7DF1-4FB1-8314-E69BF6E48ADB}" dt="2026-09-02T15:46:12.085" v="9" actId="34807"/>
          <ac:spMkLst>
            <pc:docMk/>
            <pc:sldMk cId="3099144270" sldId="1066"/>
            <ac:spMk id="71" creationId="{14EA3B14-0ABB-00FD-C355-9D3A95765D33}"/>
          </ac:spMkLst>
        </pc:spChg>
        <pc:spChg chg="add del mod">
          <ac:chgData name="" userId="" providerId="" clId="Web-{EC19AE70-7DF1-4FB1-8314-E69BF6E48ADB}" dt="2026-09-02T15:46:12.085" v="9" actId="34807"/>
          <ac:spMkLst>
            <pc:docMk/>
            <pc:sldMk cId="3099144270" sldId="1066"/>
            <ac:spMk id="72" creationId="{8DF2CEBB-9DD9-C57B-B23B-E127E925F54E}"/>
          </ac:spMkLst>
        </pc:spChg>
        <pc:spChg chg="add del mod">
          <ac:chgData name="" userId="" providerId="" clId="Web-{EC19AE70-7DF1-4FB1-8314-E69BF6E48ADB}" dt="2026-09-02T15:46:12.085" v="9" actId="34807"/>
          <ac:spMkLst>
            <pc:docMk/>
            <pc:sldMk cId="3099144270" sldId="1066"/>
            <ac:spMk id="73" creationId="{8F377013-82D6-3CE6-4584-7C61EE9FA835}"/>
          </ac:spMkLst>
        </pc:spChg>
        <pc:spChg chg="add mod">
          <ac:chgData name="" userId="" providerId="" clId="Web-{EC19AE70-7DF1-4FB1-8314-E69BF6E48ADB}" dt="2026-09-02T15:46:32.054" v="10" actId="34807"/>
          <ac:spMkLst>
            <pc:docMk/>
            <pc:sldMk cId="3099144270" sldId="1066"/>
            <ac:spMk id="74" creationId="{05B585A1-2583-9211-2169-CB4597F28C7B}"/>
          </ac:spMkLst>
        </pc:spChg>
        <pc:spChg chg="add mod">
          <ac:chgData name="" userId="" providerId="" clId="Web-{EC19AE70-7DF1-4FB1-8314-E69BF6E48ADB}" dt="2026-09-02T15:46:32.054" v="10" actId="34807"/>
          <ac:spMkLst>
            <pc:docMk/>
            <pc:sldMk cId="3099144270" sldId="1066"/>
            <ac:spMk id="75" creationId="{33497B38-A857-0F4D-3699-A8540776E4FB}"/>
          </ac:spMkLst>
        </pc:spChg>
        <pc:spChg chg="add mod">
          <ac:chgData name="" userId="" providerId="" clId="Web-{EC19AE70-7DF1-4FB1-8314-E69BF6E48ADB}" dt="2026-09-02T15:46:32.054" v="10" actId="34807"/>
          <ac:spMkLst>
            <pc:docMk/>
            <pc:sldMk cId="3099144270" sldId="1066"/>
            <ac:spMk id="76" creationId="{826CEBAE-32D7-EC71-0034-8C2BDA1CB034}"/>
          </ac:spMkLst>
        </pc:spChg>
        <pc:spChg chg="add mod">
          <ac:chgData name="" userId="" providerId="" clId="Web-{EC19AE70-7DF1-4FB1-8314-E69BF6E48ADB}" dt="2026-09-02T15:46:32.054" v="10" actId="34807"/>
          <ac:spMkLst>
            <pc:docMk/>
            <pc:sldMk cId="3099144270" sldId="1066"/>
            <ac:spMk id="77" creationId="{8C87E977-EE0A-0F4B-445D-A1DAFF550450}"/>
          </ac:spMkLst>
        </pc:spChg>
      </pc:sldChg>
      <pc:sldMasterChg chg="modSp modSldLayout">
        <pc:chgData name="" userId="" providerId="" clId="Web-{EC19AE70-7DF1-4FB1-8314-E69BF6E48ADB}" dt="2026-09-02T15:39:45.339" v="0" actId="34807"/>
        <pc:sldMasterMkLst>
          <pc:docMk/>
          <pc:sldMasterMk cId="2209977519" sldId="2147483648"/>
        </pc:sldMasterMkLst>
        <pc:spChg chg="mod">
          <ac:chgData name="" userId="" providerId="" clId="Web-{EC19AE70-7DF1-4FB1-8314-E69BF6E48ADB}" dt="2026-09-02T15:39:45.339" v="0" actId="34807"/>
          <ac:spMkLst>
            <pc:docMk/>
            <pc:sldMasterMk cId="2209977519" sldId="2147483648"/>
            <ac:spMk id="2" creationId="{00000000-0000-0000-0000-000000000000}"/>
          </ac:spMkLst>
        </pc:spChg>
        <pc:spChg chg="mod">
          <ac:chgData name="" userId="" providerId="" clId="Web-{EC19AE70-7DF1-4FB1-8314-E69BF6E48ADB}" dt="2026-09-02T15:39:45.339" v="0" actId="34807"/>
          <ac:spMkLst>
            <pc:docMk/>
            <pc:sldMasterMk cId="2209977519" sldId="2147483648"/>
            <ac:spMk id="3" creationId="{00000000-0000-0000-0000-000000000000}"/>
          </ac:spMkLst>
        </pc:spChg>
        <pc:spChg chg="mod">
          <ac:chgData name="" userId="" providerId="" clId="Web-{EC19AE70-7DF1-4FB1-8314-E69BF6E48ADB}" dt="2026-09-02T15:39:45.339" v="0" actId="34807"/>
          <ac:spMkLst>
            <pc:docMk/>
            <pc:sldMasterMk cId="2209977519" sldId="2147483648"/>
            <ac:spMk id="4" creationId="{00000000-0000-0000-0000-000000000000}"/>
          </ac:spMkLst>
        </pc:spChg>
        <pc:spChg chg="mod">
          <ac:chgData name="" userId="" providerId="" clId="Web-{EC19AE70-7DF1-4FB1-8314-E69BF6E48ADB}" dt="2026-09-02T15:39:45.339" v="0" actId="34807"/>
          <ac:spMkLst>
            <pc:docMk/>
            <pc:sldMasterMk cId="2209977519" sldId="2147483648"/>
            <ac:spMk id="5" creationId="{00000000-0000-0000-0000-000000000000}"/>
          </ac:spMkLst>
        </pc:spChg>
        <pc:spChg chg="mod">
          <ac:chgData name="" userId="" providerId="" clId="Web-{EC19AE70-7DF1-4FB1-8314-E69BF6E48ADB}" dt="2026-09-02T15:39:45.339" v="0" actId="34807"/>
          <ac:spMkLst>
            <pc:docMk/>
            <pc:sldMasterMk cId="2209977519" sldId="2147483648"/>
            <ac:spMk id="6" creationId="{00000000-0000-0000-0000-000000000000}"/>
          </ac:spMkLst>
        </pc:spChg>
        <pc:sldLayoutChg chg="modSp">
          <pc:chgData name="" userId="" providerId="" clId="Web-{EC19AE70-7DF1-4FB1-8314-E69BF6E48ADB}" dt="2026-09-02T15:39:45.339" v="0" actId="34807"/>
          <pc:sldLayoutMkLst>
            <pc:docMk/>
            <pc:sldMasterMk cId="2209977519" sldId="2147483648"/>
            <pc:sldLayoutMk cId="3168075583" sldId="2147483649"/>
          </pc:sldLayoutMkLst>
          <pc:spChg chg="mod">
            <ac:chgData name="" userId="" providerId="" clId="Web-{EC19AE70-7DF1-4FB1-8314-E69BF6E48ADB}" dt="2026-09-02T15:39:45.339" v="0" actId="34807"/>
            <ac:spMkLst>
              <pc:docMk/>
              <pc:sldMasterMk cId="2209977519" sldId="2147483648"/>
              <pc:sldLayoutMk cId="3168075583" sldId="2147483649"/>
              <ac:spMk id="2" creationId="{00000000-0000-0000-0000-000000000000}"/>
            </ac:spMkLst>
          </pc:spChg>
          <pc:spChg chg="mod">
            <ac:chgData name="" userId="" providerId="" clId="Web-{EC19AE70-7DF1-4FB1-8314-E69BF6E48ADB}" dt="2026-09-02T15:39:45.339" v="0" actId="34807"/>
            <ac:spMkLst>
              <pc:docMk/>
              <pc:sldMasterMk cId="2209977519" sldId="2147483648"/>
              <pc:sldLayoutMk cId="3168075583" sldId="2147483649"/>
              <ac:spMk id="3" creationId="{00000000-0000-0000-0000-000000000000}"/>
            </ac:spMkLst>
          </pc:spChg>
        </pc:sldLayoutChg>
        <pc:sldLayoutChg chg="modSp">
          <pc:chgData name="" userId="" providerId="" clId="Web-{EC19AE70-7DF1-4FB1-8314-E69BF6E48ADB}" dt="2026-09-02T15:39:45.339" v="0" actId="34807"/>
          <pc:sldLayoutMkLst>
            <pc:docMk/>
            <pc:sldMasterMk cId="2209977519" sldId="2147483648"/>
            <pc:sldLayoutMk cId="960648375" sldId="2147483651"/>
          </pc:sldLayoutMkLst>
          <pc:spChg chg="mod">
            <ac:chgData name="" userId="" providerId="" clId="Web-{EC19AE70-7DF1-4FB1-8314-E69BF6E48ADB}" dt="2026-09-02T15:39:45.339" v="0" actId="34807"/>
            <ac:spMkLst>
              <pc:docMk/>
              <pc:sldMasterMk cId="2209977519" sldId="2147483648"/>
              <pc:sldLayoutMk cId="960648375" sldId="2147483651"/>
              <ac:spMk id="2" creationId="{00000000-0000-0000-0000-000000000000}"/>
            </ac:spMkLst>
          </pc:spChg>
          <pc:spChg chg="mod">
            <ac:chgData name="" userId="" providerId="" clId="Web-{EC19AE70-7DF1-4FB1-8314-E69BF6E48ADB}" dt="2026-09-02T15:39:45.339" v="0" actId="34807"/>
            <ac:spMkLst>
              <pc:docMk/>
              <pc:sldMasterMk cId="2209977519" sldId="2147483648"/>
              <pc:sldLayoutMk cId="960648375" sldId="2147483651"/>
              <ac:spMk id="3" creationId="{00000000-0000-0000-0000-000000000000}"/>
            </ac:spMkLst>
          </pc:spChg>
        </pc:sldLayoutChg>
        <pc:sldLayoutChg chg="modSp">
          <pc:chgData name="" userId="" providerId="" clId="Web-{EC19AE70-7DF1-4FB1-8314-E69BF6E48ADB}" dt="2026-09-02T15:39:45.339" v="0" actId="34807"/>
          <pc:sldLayoutMkLst>
            <pc:docMk/>
            <pc:sldMasterMk cId="2209977519" sldId="2147483648"/>
            <pc:sldLayoutMk cId="2782244947" sldId="2147483652"/>
          </pc:sldLayoutMkLst>
          <pc:spChg chg="mod">
            <ac:chgData name="" userId="" providerId="" clId="Web-{EC19AE70-7DF1-4FB1-8314-E69BF6E48ADB}" dt="2026-09-02T15:39:45.339" v="0" actId="34807"/>
            <ac:spMkLst>
              <pc:docMk/>
              <pc:sldMasterMk cId="2209977519" sldId="2147483648"/>
              <pc:sldLayoutMk cId="2782244947" sldId="2147483652"/>
              <ac:spMk id="3" creationId="{00000000-0000-0000-0000-000000000000}"/>
            </ac:spMkLst>
          </pc:spChg>
          <pc:spChg chg="mod">
            <ac:chgData name="" userId="" providerId="" clId="Web-{EC19AE70-7DF1-4FB1-8314-E69BF6E48ADB}" dt="2026-09-02T15:39:45.339" v="0" actId="34807"/>
            <ac:spMkLst>
              <pc:docMk/>
              <pc:sldMasterMk cId="2209977519" sldId="2147483648"/>
              <pc:sldLayoutMk cId="2782244947" sldId="2147483652"/>
              <ac:spMk id="4" creationId="{00000000-0000-0000-0000-000000000000}"/>
            </ac:spMkLst>
          </pc:spChg>
        </pc:sldLayoutChg>
        <pc:sldLayoutChg chg="modSp">
          <pc:chgData name="" userId="" providerId="" clId="Web-{EC19AE70-7DF1-4FB1-8314-E69BF6E48ADB}" dt="2026-09-02T15:39:45.339" v="0" actId="34807"/>
          <pc:sldLayoutMkLst>
            <pc:docMk/>
            <pc:sldMasterMk cId="2209977519" sldId="2147483648"/>
            <pc:sldLayoutMk cId="990158736" sldId="2147483653"/>
          </pc:sldLayoutMkLst>
          <pc:spChg chg="mod">
            <ac:chgData name="" userId="" providerId="" clId="Web-{EC19AE70-7DF1-4FB1-8314-E69BF6E48ADB}" dt="2026-09-02T15:39:45.339" v="0" actId="34807"/>
            <ac:spMkLst>
              <pc:docMk/>
              <pc:sldMasterMk cId="2209977519" sldId="2147483648"/>
              <pc:sldLayoutMk cId="990158736" sldId="2147483653"/>
              <ac:spMk id="3" creationId="{00000000-0000-0000-0000-000000000000}"/>
            </ac:spMkLst>
          </pc:spChg>
          <pc:spChg chg="mod">
            <ac:chgData name="" userId="" providerId="" clId="Web-{EC19AE70-7DF1-4FB1-8314-E69BF6E48ADB}" dt="2026-09-02T15:39:45.339" v="0" actId="34807"/>
            <ac:spMkLst>
              <pc:docMk/>
              <pc:sldMasterMk cId="2209977519" sldId="2147483648"/>
              <pc:sldLayoutMk cId="990158736" sldId="2147483653"/>
              <ac:spMk id="4" creationId="{00000000-0000-0000-0000-000000000000}"/>
            </ac:spMkLst>
          </pc:spChg>
          <pc:spChg chg="mod">
            <ac:chgData name="" userId="" providerId="" clId="Web-{EC19AE70-7DF1-4FB1-8314-E69BF6E48ADB}" dt="2026-09-02T15:39:45.339" v="0" actId="34807"/>
            <ac:spMkLst>
              <pc:docMk/>
              <pc:sldMasterMk cId="2209977519" sldId="2147483648"/>
              <pc:sldLayoutMk cId="990158736" sldId="2147483653"/>
              <ac:spMk id="5" creationId="{00000000-0000-0000-0000-000000000000}"/>
            </ac:spMkLst>
          </pc:spChg>
          <pc:spChg chg="mod">
            <ac:chgData name="" userId="" providerId="" clId="Web-{EC19AE70-7DF1-4FB1-8314-E69BF6E48ADB}" dt="2026-09-02T15:39:45.339" v="0" actId="34807"/>
            <ac:spMkLst>
              <pc:docMk/>
              <pc:sldMasterMk cId="2209977519" sldId="2147483648"/>
              <pc:sldLayoutMk cId="990158736" sldId="2147483653"/>
              <ac:spMk id="6" creationId="{00000000-0000-0000-0000-000000000000}"/>
            </ac:spMkLst>
          </pc:spChg>
        </pc:sldLayoutChg>
        <pc:sldLayoutChg chg="modSp">
          <pc:chgData name="" userId="" providerId="" clId="Web-{EC19AE70-7DF1-4FB1-8314-E69BF6E48ADB}" dt="2026-09-02T15:39:45.339" v="0" actId="34807"/>
          <pc:sldLayoutMkLst>
            <pc:docMk/>
            <pc:sldMasterMk cId="2209977519" sldId="2147483648"/>
            <pc:sldLayoutMk cId="1840726560" sldId="2147483656"/>
          </pc:sldLayoutMkLst>
          <pc:spChg chg="mod">
            <ac:chgData name="" userId="" providerId="" clId="Web-{EC19AE70-7DF1-4FB1-8314-E69BF6E48ADB}" dt="2026-09-02T15:39:45.339" v="0" actId="34807"/>
            <ac:spMkLst>
              <pc:docMk/>
              <pc:sldMasterMk cId="2209977519" sldId="2147483648"/>
              <pc:sldLayoutMk cId="1840726560" sldId="2147483656"/>
              <ac:spMk id="2" creationId="{00000000-0000-0000-0000-000000000000}"/>
            </ac:spMkLst>
          </pc:spChg>
          <pc:spChg chg="mod">
            <ac:chgData name="" userId="" providerId="" clId="Web-{EC19AE70-7DF1-4FB1-8314-E69BF6E48ADB}" dt="2026-09-02T15:39:45.339" v="0" actId="34807"/>
            <ac:spMkLst>
              <pc:docMk/>
              <pc:sldMasterMk cId="2209977519" sldId="2147483648"/>
              <pc:sldLayoutMk cId="1840726560" sldId="2147483656"/>
              <ac:spMk id="3" creationId="{00000000-0000-0000-0000-000000000000}"/>
            </ac:spMkLst>
          </pc:spChg>
          <pc:spChg chg="mod">
            <ac:chgData name="" userId="" providerId="" clId="Web-{EC19AE70-7DF1-4FB1-8314-E69BF6E48ADB}" dt="2026-09-02T15:39:45.339" v="0" actId="34807"/>
            <ac:spMkLst>
              <pc:docMk/>
              <pc:sldMasterMk cId="2209977519" sldId="2147483648"/>
              <pc:sldLayoutMk cId="1840726560" sldId="2147483656"/>
              <ac:spMk id="4" creationId="{00000000-0000-0000-0000-000000000000}"/>
            </ac:spMkLst>
          </pc:spChg>
        </pc:sldLayoutChg>
        <pc:sldLayoutChg chg="modSp">
          <pc:chgData name="" userId="" providerId="" clId="Web-{EC19AE70-7DF1-4FB1-8314-E69BF6E48ADB}" dt="2026-09-02T15:39:45.339" v="0" actId="34807"/>
          <pc:sldLayoutMkLst>
            <pc:docMk/>
            <pc:sldMasterMk cId="2209977519" sldId="2147483648"/>
            <pc:sldLayoutMk cId="3889236939" sldId="2147483657"/>
          </pc:sldLayoutMkLst>
          <pc:spChg chg="mod">
            <ac:chgData name="" userId="" providerId="" clId="Web-{EC19AE70-7DF1-4FB1-8314-E69BF6E48ADB}" dt="2026-09-02T15:39:45.339" v="0" actId="34807"/>
            <ac:spMkLst>
              <pc:docMk/>
              <pc:sldMasterMk cId="2209977519" sldId="2147483648"/>
              <pc:sldLayoutMk cId="3889236939" sldId="2147483657"/>
              <ac:spMk id="2" creationId="{00000000-0000-0000-0000-000000000000}"/>
            </ac:spMkLst>
          </pc:spChg>
          <pc:spChg chg="mod">
            <ac:chgData name="" userId="" providerId="" clId="Web-{EC19AE70-7DF1-4FB1-8314-E69BF6E48ADB}" dt="2026-09-02T15:39:45.339" v="0" actId="34807"/>
            <ac:spMkLst>
              <pc:docMk/>
              <pc:sldMasterMk cId="2209977519" sldId="2147483648"/>
              <pc:sldLayoutMk cId="3889236939" sldId="2147483657"/>
              <ac:spMk id="3" creationId="{00000000-0000-0000-0000-000000000000}"/>
            </ac:spMkLst>
          </pc:spChg>
          <pc:spChg chg="mod">
            <ac:chgData name="" userId="" providerId="" clId="Web-{EC19AE70-7DF1-4FB1-8314-E69BF6E48ADB}" dt="2026-09-02T15:39:45.339" v="0" actId="34807"/>
            <ac:spMkLst>
              <pc:docMk/>
              <pc:sldMasterMk cId="2209977519" sldId="2147483648"/>
              <pc:sldLayoutMk cId="3889236939" sldId="2147483657"/>
              <ac:spMk id="4" creationId="{00000000-0000-0000-0000-000000000000}"/>
            </ac:spMkLst>
          </pc:spChg>
        </pc:sldLayoutChg>
        <pc:sldLayoutChg chg="modSp">
          <pc:chgData name="" userId="" providerId="" clId="Web-{EC19AE70-7DF1-4FB1-8314-E69BF6E48ADB}" dt="2026-09-02T15:39:45.339" v="0" actId="34807"/>
          <pc:sldLayoutMkLst>
            <pc:docMk/>
            <pc:sldMasterMk cId="2209977519" sldId="2147483648"/>
            <pc:sldLayoutMk cId="3612223792" sldId="2147483659"/>
          </pc:sldLayoutMkLst>
          <pc:spChg chg="mod">
            <ac:chgData name="" userId="" providerId="" clId="Web-{EC19AE70-7DF1-4FB1-8314-E69BF6E48ADB}" dt="2026-09-02T15:39:45.339" v="0" actId="34807"/>
            <ac:spMkLst>
              <pc:docMk/>
              <pc:sldMasterMk cId="2209977519" sldId="2147483648"/>
              <pc:sldLayoutMk cId="3612223792" sldId="2147483659"/>
              <ac:spMk id="2" creationId="{00000000-0000-0000-0000-000000000000}"/>
            </ac:spMkLst>
          </pc:spChg>
          <pc:spChg chg="mod">
            <ac:chgData name="" userId="" providerId="" clId="Web-{EC19AE70-7DF1-4FB1-8314-E69BF6E48ADB}" dt="2026-09-02T15:39:45.339" v="0" actId="34807"/>
            <ac:spMkLst>
              <pc:docMk/>
              <pc:sldMasterMk cId="2209977519" sldId="2147483648"/>
              <pc:sldLayoutMk cId="3612223792" sldId="2147483659"/>
              <ac:spMk id="3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CFEA72-9A51-485F-A360-3DF0DEBA63E4}" type="datetimeFigureOut"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5AF5C8-11FC-4352-B000-9743B8CF10E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870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Deck de arquitetura HLD v3. Substitui o desenho SLM_INFRA_HLD_02: sai o on-premises e o caminho Arc, Monitor, Event Hub e Eventstream para billing; entra o plano de custo em FOCUS baseado no FinOps toolkit (FinOps hubs em modo Fabric), com AWS e OCI ingeridos pelo mesmo funil do Azure. Objetivo para o cliente: mostrar de onde vem o consumo (provider, conta, serviço, recurso, tags) e apontar como reduzir (recomendações das três nuvens, commitments, anomalias, showback).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5AF5C8-11FC-4352-B000-9743B8CF10EE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333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Base: FinOps hubs (Data Factory, ADLS Gen2, Key Vault) com Microsoft Fabric Real-Time Intelligence como datastore primário (Eventhouse com as bases Ingestion e Hub). Custo estimado do hub segundo a documentação: cerca de US$ 300/mês para F2 mais US$ 10 por US$ 1 milhão monitorado.
Dados não-Azure: a página How data is processed in FinOps hubs lista AWS, GCP, OCI, Alibaba e Tencent (FOCUS 1.0) como previstos no design, mas não suportados nativamente e não testados na release atual. Regra: converter para parquet, gravar em ingestion/Costs/yyyy/mm/{escopo}, uma pasta por escopo, e criar manifest.json vazio ao final para disparar a ingestão. Nunca gravar no container msexports.
Aposentadorias já refletidas: sem Anomaly Detector (usar series_decompose_anomalies em KQL), Reflex agora é Activator, Premium P vira Fabric F, e não há Event Hub ou Eventstream para billing (billing é arquivo diário, não streaming).
Limite conhecido: price sheet e dados de reserva são exports do Cost Management, portanto o Rate optimization nativo do hub é só Azure; para AWS e OCI as recomendações vêm das ferramentas nativas de cada nuvem (slide 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5AF5C8-11FC-4352-B000-9743B8CF10EE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255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 onde vem o consumo: a tabela Costs do Eventhouse (FOCUS) traz ProviderName, BillingAccountId, SubAccountId, ServiceCategory, ServiceName, ResourceId, Region, SkuId e Tags para as três nuvens. O mapa conta ou assinatura ou compartment para centro de custo fica em uma tabela (Lakehouse ou KQL) e é aplicado por função ou update policy, gerando showback mensal por BU e aplicação.
Como reduzir: Azure via HubsRecommendations (Advisor + queries do Resource Graph que o hub roda diariamente: discos órfãos, VMs paradas, IPs públicos soltos, Load Balancer e Application Gateway sem backend, SQL pools vazios, AKS sem Spot, VMs sem Hybrid Benefit) e reservation recommendations do Cost Management. AWS via Data Exports com a tabela Cost optimization recommendations (Cost Optimization Hub; exige service-linked role e não aceita overwrite). OCI via Cloud Advisor (API), gravado no bucket pela mesma OCI Function que copia os FOCUS reports.
Normalizar as recomendações de AWS e OCI no esquema da tabela Recommendations do hub (ou criar dataset custom com tabela {dataset}_raw e mapping parquet no banco Ingestion).
Anomalias: series_decompose_anomalies sobre custo diário por provider, conta e serviço; Activator dispara alerta no Teams e Power Automate abre ticket. Budget por centro de custo cruzando as três nuvens.
KPIs sugeridos: custo por BU, percentual alocado por tag, economia estimada versus realizada, cobertura de reservas e Savings Plans.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5AF5C8-11FC-4352-B000-9743B8CF10EE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369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Azure: exports gerenciados pelo hub (FocusCost 1.2-preview ou 1.0r2, Price sheet, Reservation details, recommendations e transactions). Managed exports exigem Enrollment Reader (EA) ou Cost Management Contributor (assinatura); contas MCA não suportam managed exports, criar os exports manualmente no escopo de billing profile.
AWS: Data Exports com a tabela FOCUS 1.0 with AWS columns (FOCUS 1.2 também disponível; preferir 1.0 para casar com as versões que o hub aceita), formato parquet, cadência diária, versionamento overwrite, bucket S3 na conta payer. Conector Amazon S3 do Data Factory com access key e secret guardados no Key Vault do hub. Convenção: ingestion/Costs/yyyy/mm/aws/{payer-account}/{execution-id}__{arquivo}.parquet e manifest.json vazio ao final.
OCI: FOCUS cost reports em CSV.gz, gerados a cada 6 horas, retidos por 1 ano, em bucket da Oracle (tenancy usage-report; política IAM: endorse group &lt;grupo&gt; to read objects in tenancy usage-report). Uma OCI Function agendada copia os arquivos para um bucket próprio; o Data Factory usa o conector Oracle Cloud Storage (API compatível com S3, Customer Secret Key) e converte CSV em parquet no Copy. Atenção: as colunas OCI ainda usam nomes UsageQuantity e UsageUnit (FOCUS 1.0-preview) e ChargePeriodStart/End em string epoch; a transform do hub converte 1.0-preview para 1.0/1.2, mas validar tipos antes da primeira carga.
Aviso do doc: suporte a dados não-Azure não foi testado explicitamente na release atual do FinOps hubs; problemas devem ser abertos como issue no GitHub microsoft/finops-toolkit.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5AF5C8-11FC-4352-B000-9743B8CF10EE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42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Sequência sugerida: semanas 1 e 2, hub em modo Fabric com managed exports do Azure e relatórios KQL; semana 3, AWS (Data Export FOCUS 1.0 e pipeline S3); semana 4, OCI (cópia dos FOCUS reports e pipeline Oracle Cloud Storage); semanas 5 e 6, recomendações das três nuvens, anomalias em KQL, página multicloud e showback por centro de custo.
Riscos a acompanhar: dados não-Azure sem teste oficial no hub; alinhamento de versão FOCUS (1.0 versus 1.2); segredos AWS e OCI no Key Vault com rotação; contas MCA sem managed exports; volume de dados por conta (o hub estima cerca de 20 GB por US$ 1 milhão monitorado).
Estimativa de custo do hub segundo a documentação FinOps hubs overview: US$ 300/mês para F2 (ou US$ 120 para um cluster Data Explorer de um nó) mais US$ 10 de storage e processamento por US$ 1 milhão monitorado; varia com descontos, tamanho dos dados e licenças Fabric ou Power 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5AF5C8-11FC-4352-B000-9743B8CF10EE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791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6F6E6A-A55E-042C-B25A-19030665D13A}"/>
              </a:ext>
            </a:extLst>
          </p:cNvPr>
          <p:cNvSpPr/>
          <p:nvPr/>
        </p:nvSpPr>
        <p:spPr>
          <a:xfrm>
            <a:off x="5410200" y="1828800"/>
            <a:ext cx="1371600" cy="45720"/>
          </a:xfrm>
          <a:prstGeom prst="rect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E913BE4-B184-7388-273E-6F75BBA001DC}"/>
              </a:ext>
            </a:extLst>
          </p:cNvPr>
          <p:cNvSpPr/>
          <p:nvPr/>
        </p:nvSpPr>
        <p:spPr>
          <a:xfrm>
            <a:off x="457200" y="2011680"/>
            <a:ext cx="11277600" cy="381000"/>
          </a:xfrm>
          <a:prstGeom prst="rect">
            <a:avLst/>
          </a:prstGeom>
          <a:solidFill>
            <a:srgbClr val="1B3A6B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DEEBF7"/>
                </a:solidFill>
                <a:effectLst/>
                <a:latin typeface="Calibri" panose="020F0502020204030204" pitchFamily="34" charset="0"/>
              </a:rPr>
              <a:t>HLD v3 · FinOps multicloud · setembro de 2026</a:t>
            </a:r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B0E47EB-1ABB-8CDB-054E-3C98DE7363CC}"/>
              </a:ext>
            </a:extLst>
          </p:cNvPr>
          <p:cNvSpPr/>
          <p:nvPr/>
        </p:nvSpPr>
        <p:spPr>
          <a:xfrm>
            <a:off x="457200" y="2529840"/>
            <a:ext cx="11277600" cy="1356360"/>
          </a:xfrm>
          <a:prstGeom prst="rect">
            <a:avLst/>
          </a:prstGeom>
          <a:solidFill>
            <a:srgbClr val="1B3A6B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Uma fonte de verdade FOCUS para Azure, AWS e OCI</a:t>
            </a:r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DE926C4-08C1-2EAD-EE81-036CB17F952F}"/>
              </a:ext>
            </a:extLst>
          </p:cNvPr>
          <p:cNvSpPr/>
          <p:nvPr/>
        </p:nvSpPr>
        <p:spPr>
          <a:xfrm>
            <a:off x="457200" y="4069080"/>
            <a:ext cx="11277600" cy="746760"/>
          </a:xfrm>
          <a:prstGeom prst="rect">
            <a:avLst/>
          </a:prstGeom>
          <a:solidFill>
            <a:srgbClr val="1B3A6B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DEEBF7"/>
                </a:solidFill>
                <a:effectLst/>
                <a:latin typeface="Calibri" panose="020F0502020204030204" pitchFamily="34" charset="0"/>
              </a:rPr>
              <a:t>Arquitetura de referência sobre o FinOps toolkit (FinOps hubs em modo Fabric): do consumo à redução</a:t>
            </a:r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5E51132-D5F9-F6C3-21EF-69B228BD7486}"/>
              </a:ext>
            </a:extLst>
          </p:cNvPr>
          <p:cNvSpPr/>
          <p:nvPr/>
        </p:nvSpPr>
        <p:spPr>
          <a:xfrm>
            <a:off x="457200" y="5273040"/>
            <a:ext cx="11277600" cy="350520"/>
          </a:xfrm>
          <a:prstGeom prst="rect">
            <a:avLst/>
          </a:prstGeom>
          <a:solidFill>
            <a:srgbClr val="1B3A6B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DEEBF7"/>
                </a:solidFill>
                <a:effectLst/>
                <a:latin typeface="Calibri" panose="020F0502020204030204" pitchFamily="34" charset="0"/>
              </a:rPr>
              <a:t>Wanderlei Grizolli Junior · Sr Solution Engineer · Microsoft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604BA7A-3C59-D957-199A-39AF600AD8AF}"/>
              </a:ext>
            </a:extLst>
          </p:cNvPr>
          <p:cNvSpPr/>
          <p:nvPr/>
        </p:nvSpPr>
        <p:spPr>
          <a:xfrm>
            <a:off x="457200" y="457200"/>
            <a:ext cx="11277600" cy="5029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1B3A6B"/>
                </a:solidFill>
                <a:effectLst/>
                <a:latin typeface="Trebuchet MS" panose="020B0603020202020204" pitchFamily="34" charset="0"/>
              </a:rPr>
              <a:t>Três nuvens, um funil FOCUS, um Eventhouse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87A4FC-3316-CB46-B420-4577C21A87DA}"/>
              </a:ext>
            </a:extLst>
          </p:cNvPr>
          <p:cNvSpPr/>
          <p:nvPr/>
        </p:nvSpPr>
        <p:spPr>
          <a:xfrm>
            <a:off x="457200" y="1097280"/>
            <a:ext cx="11277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A5A6E"/>
                </a:solidFill>
                <a:effectLst/>
                <a:latin typeface="Calibri" panose="020F0502020204030204" pitchFamily="34" charset="0"/>
              </a:rPr>
              <a:t>HLD v3 · FinOps hubs em modo Fabric · fluxo da esquerda para a direita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B15D6E-955A-F706-FC17-5BA5B2112913}"/>
              </a:ext>
            </a:extLst>
          </p:cNvPr>
          <p:cNvSpPr/>
          <p:nvPr/>
        </p:nvSpPr>
        <p:spPr>
          <a:xfrm>
            <a:off x="457200" y="1630680"/>
            <a:ext cx="2476500" cy="350520"/>
          </a:xfrm>
          <a:prstGeom prst="rect">
            <a:avLst/>
          </a:prstGeom>
          <a:solidFill>
            <a:srgbClr val="1B3A6B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1 · FONTES FOCUS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D13A57-5A27-F9FF-D542-006B60B38B11}"/>
              </a:ext>
            </a:extLst>
          </p:cNvPr>
          <p:cNvSpPr/>
          <p:nvPr/>
        </p:nvSpPr>
        <p:spPr>
          <a:xfrm>
            <a:off x="3390900" y="1630680"/>
            <a:ext cx="2476500" cy="350520"/>
          </a:xfrm>
          <a:prstGeom prst="rect">
            <a:avLst/>
          </a:prstGeom>
          <a:solidFill>
            <a:srgbClr val="1B3A6B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2 · FINOPS HUBS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7BBEDE-8959-6BAE-160D-60B2FBD0EECB}"/>
              </a:ext>
            </a:extLst>
          </p:cNvPr>
          <p:cNvSpPr/>
          <p:nvPr/>
        </p:nvSpPr>
        <p:spPr>
          <a:xfrm>
            <a:off x="6324600" y="1630680"/>
            <a:ext cx="2476500" cy="350520"/>
          </a:xfrm>
          <a:prstGeom prst="rect">
            <a:avLst/>
          </a:prstGeom>
          <a:solidFill>
            <a:srgbClr val="1B3A6B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3 · FABRIC RTI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B51D35-B4A6-BCAE-B1EF-AC53D07EFF5B}"/>
              </a:ext>
            </a:extLst>
          </p:cNvPr>
          <p:cNvSpPr/>
          <p:nvPr/>
        </p:nvSpPr>
        <p:spPr>
          <a:xfrm>
            <a:off x="9258300" y="1630680"/>
            <a:ext cx="2476500" cy="350520"/>
          </a:xfrm>
          <a:prstGeom prst="rect">
            <a:avLst/>
          </a:prstGeom>
          <a:solidFill>
            <a:srgbClr val="1B3A6B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4 · CONSUMO</a:t>
            </a:r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505022E-190C-0E7B-94A4-39CF80E2944F}"/>
              </a:ext>
            </a:extLst>
          </p:cNvPr>
          <p:cNvSpPr/>
          <p:nvPr/>
        </p:nvSpPr>
        <p:spPr>
          <a:xfrm>
            <a:off x="457200" y="2118360"/>
            <a:ext cx="24765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8D4">
                <a:alpha val="7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AZURE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Cost Management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export FOCUS 1.2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+ preços/reservas</a:t>
            </a:r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804436C-E0DC-B4D3-6E3B-F308AE770E70}"/>
              </a:ext>
            </a:extLst>
          </p:cNvPr>
          <p:cNvSpPr/>
          <p:nvPr/>
        </p:nvSpPr>
        <p:spPr>
          <a:xfrm>
            <a:off x="457200" y="3246120"/>
            <a:ext cx="24765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8D4">
                <a:alpha val="7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AWS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Data Exports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FOCUS 1.0 → S3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parquet diário</a:t>
            </a:r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9672309-7B6D-CF1A-F783-A705583F602A}"/>
              </a:ext>
            </a:extLst>
          </p:cNvPr>
          <p:cNvSpPr/>
          <p:nvPr/>
        </p:nvSpPr>
        <p:spPr>
          <a:xfrm>
            <a:off x="457200" y="4373880"/>
            <a:ext cx="24765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8D4">
                <a:alpha val="7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OCI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FOCUS reports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CSV.gz a cada 6h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bucket Oracle</a:t>
            </a:r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CA1E87B-E64F-61D9-DCE3-E435F8CB6906}"/>
              </a:ext>
            </a:extLst>
          </p:cNvPr>
          <p:cNvSpPr/>
          <p:nvPr/>
        </p:nvSpPr>
        <p:spPr>
          <a:xfrm>
            <a:off x="3390900" y="2118360"/>
            <a:ext cx="24765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8D4">
                <a:alpha val="7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DATA FACTORY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pipelines do hub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Copy S3 e OCI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chaves: Key Vault</a:t>
            </a:r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3A159AB-0F75-6D2E-F411-502CF0BE596E}"/>
              </a:ext>
            </a:extLst>
          </p:cNvPr>
          <p:cNvSpPr/>
          <p:nvPr/>
        </p:nvSpPr>
        <p:spPr>
          <a:xfrm>
            <a:off x="3390900" y="3246120"/>
            <a:ext cx="24765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8D4">
                <a:alpha val="7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ADLS GEN2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msexports (Azure)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ingestion/Costs/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{cloud}/{escopo}</a:t>
            </a:r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FB7EC0E-8F5E-28CB-DAE2-B3CEE34D210F}"/>
              </a:ext>
            </a:extLst>
          </p:cNvPr>
          <p:cNvSpPr/>
          <p:nvPr/>
        </p:nvSpPr>
        <p:spPr>
          <a:xfrm>
            <a:off x="3390900" y="4373880"/>
            <a:ext cx="24765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8D4">
                <a:alpha val="7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MANIFEST.JSON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dispara ingestão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idempotente via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ingestion-id</a:t>
            </a:r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879CD4B-6589-37A2-6995-4739C7F79C60}"/>
              </a:ext>
            </a:extLst>
          </p:cNvPr>
          <p:cNvSpPr/>
          <p:nvPr/>
        </p:nvSpPr>
        <p:spPr>
          <a:xfrm>
            <a:off x="6324600" y="2118360"/>
            <a:ext cx="24765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8D4">
                <a:alpha val="7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EVENTHOUSE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Ingestion: *_raw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Hub: Costs/Prices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Recommendations</a:t>
            </a:r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0F9C5A0-C013-4FC2-1FEB-453F55F74A73}"/>
              </a:ext>
            </a:extLst>
          </p:cNvPr>
          <p:cNvSpPr/>
          <p:nvPr/>
        </p:nvSpPr>
        <p:spPr>
          <a:xfrm>
            <a:off x="6324600" y="3246120"/>
            <a:ext cx="24765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8D4">
                <a:alpha val="7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KQL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FOCUS 1.2 comum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savings, anomalia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alocação por tags</a:t>
            </a:r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B014C0E-E025-3A90-ABD2-FEBCECF9357A}"/>
              </a:ext>
            </a:extLst>
          </p:cNvPr>
          <p:cNvSpPr/>
          <p:nvPr/>
        </p:nvSpPr>
        <p:spPr>
          <a:xfrm>
            <a:off x="6324600" y="4373880"/>
            <a:ext cx="24765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8D4">
                <a:alpha val="7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ONELAKE/PURVIEW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mapa conta → BU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catálogo/linhagem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shortcuts</a:t>
            </a:r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1F19C25-AFFC-C005-0AFB-8D1B408BF7F9}"/>
              </a:ext>
            </a:extLst>
          </p:cNvPr>
          <p:cNvSpPr/>
          <p:nvPr/>
        </p:nvSpPr>
        <p:spPr>
          <a:xfrm>
            <a:off x="9258300" y="2118360"/>
            <a:ext cx="24765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8D4">
                <a:alpha val="7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POWER BI (KQL)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6 relatórios hub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visão multicloud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por provider/tag</a:t>
            </a:r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328657C-DAFF-BD3B-698F-7720B7E3931E}"/>
              </a:ext>
            </a:extLst>
          </p:cNvPr>
          <p:cNvSpPr/>
          <p:nvPr/>
        </p:nvSpPr>
        <p:spPr>
          <a:xfrm>
            <a:off x="9258300" y="3246120"/>
            <a:ext cx="24765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8D4">
                <a:alpha val="7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RT DASHBOARD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+ ACTIVATOR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anomalia e budget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alerta no Teams</a:t>
            </a:r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2185E43-CF44-9172-221D-CB290BE454BA}"/>
              </a:ext>
            </a:extLst>
          </p:cNvPr>
          <p:cNvSpPr/>
          <p:nvPr/>
        </p:nvSpPr>
        <p:spPr>
          <a:xfrm>
            <a:off x="9258300" y="4373880"/>
            <a:ext cx="24765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8D4">
                <a:alpha val="7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AGENTE + MCP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linguagem natural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Power Automate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para agir</a:t>
            </a:r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D90DA27F-C828-6BD3-9AC3-4A3AC7FB15B9}"/>
              </a:ext>
            </a:extLst>
          </p:cNvPr>
          <p:cNvSpPr/>
          <p:nvPr/>
        </p:nvSpPr>
        <p:spPr>
          <a:xfrm>
            <a:off x="2933700" y="3627120"/>
            <a:ext cx="457200" cy="228600"/>
          </a:xfrm>
          <a:prstGeom prst="rightArrow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C99DC636-1830-C181-2618-9699380B29CD}"/>
              </a:ext>
            </a:extLst>
          </p:cNvPr>
          <p:cNvSpPr/>
          <p:nvPr/>
        </p:nvSpPr>
        <p:spPr>
          <a:xfrm>
            <a:off x="5867400" y="3627120"/>
            <a:ext cx="457200" cy="228600"/>
          </a:xfrm>
          <a:prstGeom prst="rightArrow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9AC6566A-865E-0FD7-D386-EC30C7F98963}"/>
              </a:ext>
            </a:extLst>
          </p:cNvPr>
          <p:cNvSpPr/>
          <p:nvPr/>
        </p:nvSpPr>
        <p:spPr>
          <a:xfrm>
            <a:off x="8801100" y="3627120"/>
            <a:ext cx="457200" cy="228600"/>
          </a:xfrm>
          <a:prstGeom prst="rightArrow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4B5230C-7841-3785-C53F-CEB6161EE323}"/>
              </a:ext>
            </a:extLst>
          </p:cNvPr>
          <p:cNvSpPr/>
          <p:nvPr/>
        </p:nvSpPr>
        <p:spPr>
          <a:xfrm>
            <a:off x="457200" y="5547360"/>
            <a:ext cx="5410200" cy="777240"/>
          </a:xfrm>
          <a:prstGeom prst="rect">
            <a:avLst/>
          </a:prstGeom>
          <a:solidFill>
            <a:srgbClr val="DEEBF7"/>
          </a:solidFill>
          <a:ln w="12700">
            <a:solidFill>
              <a:srgbClr val="0078D4">
                <a:alpha val="7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DE ONDE VEM O CONSUMO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Provider · conta · serviço · recurso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região · tags · centro de custo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CB57F00-CC85-B659-43C8-27191717658A}"/>
              </a:ext>
            </a:extLst>
          </p:cNvPr>
          <p:cNvSpPr/>
          <p:nvPr/>
        </p:nvSpPr>
        <p:spPr>
          <a:xfrm>
            <a:off x="6324600" y="5547360"/>
            <a:ext cx="5410200" cy="777240"/>
          </a:xfrm>
          <a:prstGeom prst="rect">
            <a:avLst/>
          </a:prstGeom>
          <a:solidFill>
            <a:srgbClr val="DEEBF7"/>
          </a:solidFill>
          <a:ln w="12700">
            <a:solidFill>
              <a:srgbClr val="0078D4">
                <a:alpha val="7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COMO REDUZIR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Recomendações das 3 nuvens · ociosos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rightsizing · commitments · anomalias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340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634B248A-0D2B-B9CF-902E-BD424ACD84C9}"/>
              </a:ext>
            </a:extLst>
          </p:cNvPr>
          <p:cNvSpPr/>
          <p:nvPr/>
        </p:nvSpPr>
        <p:spPr>
          <a:xfrm>
            <a:off x="457200" y="457200"/>
            <a:ext cx="11277600" cy="8686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1B3A6B"/>
                </a:solidFill>
                <a:effectLst/>
                <a:latin typeface="Trebuchet MS" panose="020B0603020202020204" pitchFamily="34" charset="0"/>
              </a:rPr>
              <a:t>O cliente vê de onde vem cada real e o que fazer para reduzir</a:t>
            </a:r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3C64381-7FB2-8C40-C403-5EB8DC8F444A}"/>
              </a:ext>
            </a:extLst>
          </p:cNvPr>
          <p:cNvSpPr/>
          <p:nvPr/>
        </p:nvSpPr>
        <p:spPr>
          <a:xfrm>
            <a:off x="457200" y="1508760"/>
            <a:ext cx="5410200" cy="350520"/>
          </a:xfrm>
          <a:prstGeom prst="rect">
            <a:avLst/>
          </a:prstGeom>
          <a:solidFill>
            <a:srgbClr val="1B3A6B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DE ONDE VEM O CONSUMO</a:t>
            </a:r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907FD89-C2F9-22D1-F7F3-08CC55BF02D6}"/>
              </a:ext>
            </a:extLst>
          </p:cNvPr>
          <p:cNvSpPr/>
          <p:nvPr/>
        </p:nvSpPr>
        <p:spPr>
          <a:xfrm>
            <a:off x="6324600" y="1508760"/>
            <a:ext cx="5410200" cy="350520"/>
          </a:xfrm>
          <a:prstGeom prst="rect">
            <a:avLst/>
          </a:prstGeom>
          <a:solidFill>
            <a:srgbClr val="1B3A6B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COMO REDUZIR</a:t>
            </a:r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DCFC5F9-BEF3-EAD3-81AC-7CC4170E4686}"/>
              </a:ext>
            </a:extLst>
          </p:cNvPr>
          <p:cNvSpPr/>
          <p:nvPr/>
        </p:nvSpPr>
        <p:spPr>
          <a:xfrm>
            <a:off x="457200" y="1996440"/>
            <a:ext cx="54102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8D4">
                <a:alpha val="7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POR PROVEDOR E CONTA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Azure, AWS e OCI lado a lado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BilledCost e EffectiveCost em FOCUS</a:t>
            </a:r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864DF99-E2A2-EAC6-999E-7343AD4EA0E3}"/>
              </a:ext>
            </a:extLst>
          </p:cNvPr>
          <p:cNvSpPr/>
          <p:nvPr/>
        </p:nvSpPr>
        <p:spPr>
          <a:xfrm>
            <a:off x="457200" y="2910840"/>
            <a:ext cx="54102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8D4">
                <a:alpha val="7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POR SERVIÇO E RECURSO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ServiceCategory, ResourceId, Region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SKU e quantidade consumida</a:t>
            </a:r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67F4D79-D389-1ACE-3539-9F8AD5F25AEE}"/>
              </a:ext>
            </a:extLst>
          </p:cNvPr>
          <p:cNvSpPr/>
          <p:nvPr/>
        </p:nvSpPr>
        <p:spPr>
          <a:xfrm>
            <a:off x="457200" y="3825240"/>
            <a:ext cx="54102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8D4">
                <a:alpha val="7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POR DONO DO CUSTO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tags + mapa conta → centro de custo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showback mensal por BU e aplicação</a:t>
            </a:r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4755DF94-D7CE-92A5-4356-51D6030706B6}"/>
              </a:ext>
            </a:extLst>
          </p:cNvPr>
          <p:cNvSpPr/>
          <p:nvPr/>
        </p:nvSpPr>
        <p:spPr>
          <a:xfrm>
            <a:off x="6324600" y="1996440"/>
            <a:ext cx="54102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8D4">
                <a:alpha val="7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RECOMENDAÇÕES DAS 3 NUVENS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Azure Advisor + Resource Graph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AWS Cost Opt. Hub, OCI Cloud Advisor</a:t>
            </a:r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3E8A5E4-22CA-E760-CF82-AE708687D367}"/>
              </a:ext>
            </a:extLst>
          </p:cNvPr>
          <p:cNvSpPr/>
          <p:nvPr/>
        </p:nvSpPr>
        <p:spPr>
          <a:xfrm>
            <a:off x="6324600" y="2910840"/>
            <a:ext cx="54102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8D4">
                <a:alpha val="7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COMMITMENTS E TARIFA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cobertura e uso de RI e Savings Plans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preço de lista vs contratado (Azure)</a:t>
            </a:r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B359F01-BD3B-6270-10F2-C023CF82C758}"/>
              </a:ext>
            </a:extLst>
          </p:cNvPr>
          <p:cNvSpPr/>
          <p:nvPr/>
        </p:nvSpPr>
        <p:spPr>
          <a:xfrm>
            <a:off x="6324600" y="3825240"/>
            <a:ext cx="54102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8D4">
                <a:alpha val="7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ANOMALIAS E ORÇAMENTO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series_decompose_anomalies em KQL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Activator avisa o dono no Teams</a:t>
            </a:r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ED406AE-249F-F855-2FE0-459F8741B601}"/>
              </a:ext>
            </a:extLst>
          </p:cNvPr>
          <p:cNvSpPr/>
          <p:nvPr/>
        </p:nvSpPr>
        <p:spPr>
          <a:xfrm>
            <a:off x="457200" y="4785360"/>
            <a:ext cx="2562225" cy="563880"/>
          </a:xfrm>
          <a:prstGeom prst="rect">
            <a:avLst/>
          </a:prstGeom>
          <a:solidFill>
            <a:srgbClr val="1B3A6B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CUSTO POR BU</a:t>
            </a:r>
          </a:p>
          <a:p>
            <a:pPr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Azure + AWS + OCI</a:t>
            </a:r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8BAAE67-DD05-68A2-20DB-B4767E6907EB}"/>
              </a:ext>
            </a:extLst>
          </p:cNvPr>
          <p:cNvSpPr/>
          <p:nvPr/>
        </p:nvSpPr>
        <p:spPr>
          <a:xfrm>
            <a:off x="3362325" y="4785360"/>
            <a:ext cx="2562225" cy="563880"/>
          </a:xfrm>
          <a:prstGeom prst="rect">
            <a:avLst/>
          </a:prstGeom>
          <a:solidFill>
            <a:srgbClr val="1B3A6B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% ALOCADO</a:t>
            </a:r>
          </a:p>
          <a:p>
            <a:pPr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tags e mapeamento</a:t>
            </a:r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B67942F-5542-D1FD-B57E-C23165894F65}"/>
              </a:ext>
            </a:extLst>
          </p:cNvPr>
          <p:cNvSpPr/>
          <p:nvPr/>
        </p:nvSpPr>
        <p:spPr>
          <a:xfrm>
            <a:off x="6267450" y="4785360"/>
            <a:ext cx="2562225" cy="563880"/>
          </a:xfrm>
          <a:prstGeom prst="rect">
            <a:avLst/>
          </a:prstGeom>
          <a:solidFill>
            <a:srgbClr val="1B3A6B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ECONOMIA</a:t>
            </a:r>
          </a:p>
          <a:p>
            <a:pPr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estimada vs. realizada</a:t>
            </a:r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D16716F-7E2F-4744-EE42-99C87DF8784E}"/>
              </a:ext>
            </a:extLst>
          </p:cNvPr>
          <p:cNvSpPr/>
          <p:nvPr/>
        </p:nvSpPr>
        <p:spPr>
          <a:xfrm>
            <a:off x="9172575" y="4785360"/>
            <a:ext cx="2562225" cy="563880"/>
          </a:xfrm>
          <a:prstGeom prst="rect">
            <a:avLst/>
          </a:prstGeom>
          <a:solidFill>
            <a:srgbClr val="1B3A6B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COBERTURA</a:t>
            </a:r>
          </a:p>
          <a:p>
            <a:pPr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reservas e SP</a:t>
            </a:r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48755E9-D6D1-F230-FB15-88A99500A51A}"/>
              </a:ext>
            </a:extLst>
          </p:cNvPr>
          <p:cNvSpPr/>
          <p:nvPr/>
        </p:nvSpPr>
        <p:spPr>
          <a:xfrm>
            <a:off x="457200" y="5486400"/>
            <a:ext cx="1127760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A5A6E"/>
                </a:solidFill>
                <a:effectLst/>
                <a:latin typeface="Calibri" panose="020F0502020204030204" pitchFamily="34" charset="0"/>
              </a:rPr>
              <a:t>Fontes de recomendação: Azure Advisor e Resource Graph (pipeline do hub), AWS Cost Optimization Hub via Data Exports, OCI Cloud Advisor via API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045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8ADF7BA9-6BCF-9197-A087-1ACC94EC8806}"/>
              </a:ext>
            </a:extLst>
          </p:cNvPr>
          <p:cNvSpPr/>
          <p:nvPr/>
        </p:nvSpPr>
        <p:spPr>
          <a:xfrm>
            <a:off x="457200" y="457200"/>
            <a:ext cx="11277600" cy="5029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1B3A6B"/>
                </a:solidFill>
                <a:effectLst/>
                <a:latin typeface="Trebuchet MS" panose="020B0603020202020204" pitchFamily="34" charset="0"/>
              </a:rPr>
              <a:t>Cada nuvem entra pelo mesmo funil FOCUS</a:t>
            </a:r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3FF6477-CE81-BFEE-9714-97D90773E7E7}"/>
              </a:ext>
            </a:extLst>
          </p:cNvPr>
          <p:cNvSpPr/>
          <p:nvPr/>
        </p:nvSpPr>
        <p:spPr>
          <a:xfrm>
            <a:off x="457200" y="1143000"/>
            <a:ext cx="3530600" cy="350520"/>
          </a:xfrm>
          <a:prstGeom prst="rect">
            <a:avLst/>
          </a:prstGeom>
          <a:solidFill>
            <a:srgbClr val="1B3A6B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AZURE · COST MGMT</a:t>
            </a:r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58C7878-3E30-5B9B-C045-1BDBC951A7AA}"/>
              </a:ext>
            </a:extLst>
          </p:cNvPr>
          <p:cNvSpPr/>
          <p:nvPr/>
        </p:nvSpPr>
        <p:spPr>
          <a:xfrm>
            <a:off x="4330700" y="1143000"/>
            <a:ext cx="3530600" cy="350520"/>
          </a:xfrm>
          <a:prstGeom prst="rect">
            <a:avLst/>
          </a:prstGeom>
          <a:solidFill>
            <a:srgbClr val="1B3A6B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AWS · DATA EXPORTS</a:t>
            </a:r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A3B3395-C5BE-34AD-9509-EE0DBDE92686}"/>
              </a:ext>
            </a:extLst>
          </p:cNvPr>
          <p:cNvSpPr/>
          <p:nvPr/>
        </p:nvSpPr>
        <p:spPr>
          <a:xfrm>
            <a:off x="8204200" y="1143000"/>
            <a:ext cx="3530600" cy="350520"/>
          </a:xfrm>
          <a:prstGeom prst="rect">
            <a:avLst/>
          </a:prstGeom>
          <a:solidFill>
            <a:srgbClr val="1B3A6B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OCI · COST REPORTS</a:t>
            </a:r>
            <a:endParaRPr lang="en-US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B6A9D88C-BF1A-83FB-7DFD-E0A4A917BA81}"/>
              </a:ext>
            </a:extLst>
          </p:cNvPr>
          <p:cNvSpPr/>
          <p:nvPr/>
        </p:nvSpPr>
        <p:spPr>
          <a:xfrm>
            <a:off x="457200" y="1630680"/>
            <a:ext cx="3530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8D4">
                <a:alpha val="7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1 · EXPORT NATIVO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Cost Mgmt FOCUS 1.2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+ price sheet e reservas</a:t>
            </a:r>
            <a:endParaRPr lang="en-US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84E9EBFA-8D5F-EDE4-488A-DFE64ED2CE15}"/>
              </a:ext>
            </a:extLst>
          </p:cNvPr>
          <p:cNvSpPr/>
          <p:nvPr/>
        </p:nvSpPr>
        <p:spPr>
          <a:xfrm>
            <a:off x="457200" y="2750820"/>
            <a:ext cx="3530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8D4">
                <a:alpha val="7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2 · COLETA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managed exports do hub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sem código, diário</a:t>
            </a:r>
            <a:endParaRPr lang="en-US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FE78FEE5-9757-622A-1943-4EDEF2395BDC}"/>
              </a:ext>
            </a:extLst>
          </p:cNvPr>
          <p:cNvSpPr/>
          <p:nvPr/>
        </p:nvSpPr>
        <p:spPr>
          <a:xfrm>
            <a:off x="457200" y="3870960"/>
            <a:ext cx="3530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8D4">
                <a:alpha val="7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3 · PASTA NO HUB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msexports → ingestion/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Costs/yyyy/mm/{escopo}</a:t>
            </a:r>
            <a:endParaRPr lang="en-US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8B34612C-F46C-5C32-EBD3-C72DC18833ED}"/>
              </a:ext>
            </a:extLst>
          </p:cNvPr>
          <p:cNvSpPr/>
          <p:nvPr/>
        </p:nvSpPr>
        <p:spPr>
          <a:xfrm>
            <a:off x="457200" y="4991100"/>
            <a:ext cx="3530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8D4">
                <a:alpha val="7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4 · INGESTÃO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Costs_raw → Costs (Hub)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Prices, Recommendations</a:t>
            </a:r>
            <a:endParaRPr lang="en-US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1F3298A-A6AC-EDCF-8B17-2931F500AD7B}"/>
              </a:ext>
            </a:extLst>
          </p:cNvPr>
          <p:cNvSpPr/>
          <p:nvPr/>
        </p:nvSpPr>
        <p:spPr>
          <a:xfrm>
            <a:off x="4330700" y="1630680"/>
            <a:ext cx="3530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8D4">
                <a:alpha val="7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1 · EXPORT NATIVO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Data Exports FOCUS 1.0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parquet diário → S3</a:t>
            </a:r>
            <a:endParaRPr lang="en-US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6EB01B3B-1329-ABEF-EACA-AA154E0367E6}"/>
              </a:ext>
            </a:extLst>
          </p:cNvPr>
          <p:cNvSpPr/>
          <p:nvPr/>
        </p:nvSpPr>
        <p:spPr>
          <a:xfrm>
            <a:off x="4330700" y="2750820"/>
            <a:ext cx="3530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8D4">
                <a:alpha val="7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2 · COLETA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Data Factory Copy S3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chave no Key Vault</a:t>
            </a:r>
            <a:endParaRPr lang="en-US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EDFAC310-C260-FF3A-B7E3-69D4CD6A9166}"/>
              </a:ext>
            </a:extLst>
          </p:cNvPr>
          <p:cNvSpPr/>
          <p:nvPr/>
        </p:nvSpPr>
        <p:spPr>
          <a:xfrm>
            <a:off x="4330700" y="3870960"/>
            <a:ext cx="3530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8D4">
                <a:alpha val="7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3 · PASTA NO HUB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ingestion/Costs/yyyy/mm/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aws/{payer} + manifest</a:t>
            </a:r>
            <a:endParaRPr lang="en-US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FDE58A8C-56D8-32F1-8688-D35290B9EA01}"/>
              </a:ext>
            </a:extLst>
          </p:cNvPr>
          <p:cNvSpPr/>
          <p:nvPr/>
        </p:nvSpPr>
        <p:spPr>
          <a:xfrm>
            <a:off x="4330700" y="4991100"/>
            <a:ext cx="3530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8D4">
                <a:alpha val="7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4 · INGESTÃO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Costs_raw → Costs (Hub)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ProviderName = AWS</a:t>
            </a:r>
            <a:endParaRPr lang="en-US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32A569BA-708F-D569-1559-B7E291B4607D}"/>
              </a:ext>
            </a:extLst>
          </p:cNvPr>
          <p:cNvSpPr/>
          <p:nvPr/>
        </p:nvSpPr>
        <p:spPr>
          <a:xfrm>
            <a:off x="8204200" y="1630680"/>
            <a:ext cx="3530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8D4">
                <a:alpha val="7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1 · EXPORT NATIVO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FOCUS reports CSV.gz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a cada 6h, bucket Oracle</a:t>
            </a:r>
            <a:endParaRPr lang="en-US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04CF0947-1672-54D3-0F23-66734CA5555D}"/>
              </a:ext>
            </a:extLst>
          </p:cNvPr>
          <p:cNvSpPr/>
          <p:nvPr/>
        </p:nvSpPr>
        <p:spPr>
          <a:xfrm>
            <a:off x="8204200" y="2750820"/>
            <a:ext cx="3530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8D4">
                <a:alpha val="7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2 · COLETA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OCI Function → bucket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ADF Copy CSV → parquet</a:t>
            </a:r>
            <a:endParaRPr lang="en-US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69494791-1DA0-470E-20C4-979049C4C946}"/>
              </a:ext>
            </a:extLst>
          </p:cNvPr>
          <p:cNvSpPr/>
          <p:nvPr/>
        </p:nvSpPr>
        <p:spPr>
          <a:xfrm>
            <a:off x="8204200" y="3870960"/>
            <a:ext cx="3530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8D4">
                <a:alpha val="7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3 · PASTA NO HUB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ingestion/Costs/yyyy/mm/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oci/{tenancy} + manifest</a:t>
            </a:r>
            <a:endParaRPr lang="en-US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97F33A1A-8E7A-F646-7708-EBAA06279AAD}"/>
              </a:ext>
            </a:extLst>
          </p:cNvPr>
          <p:cNvSpPr/>
          <p:nvPr/>
        </p:nvSpPr>
        <p:spPr>
          <a:xfrm>
            <a:off x="8204200" y="4991100"/>
            <a:ext cx="3530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8D4">
                <a:alpha val="7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4 · INGESTÃO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Costs_raw → Costs (Hub)</a:t>
            </a:r>
          </a:p>
          <a:p>
            <a:pPr>
              <a:buNone/>
            </a:pPr>
            <a:r>
              <a:rPr lang="en-US" sz="1400">
                <a:solidFill>
                  <a:srgbClr val="1B3A6B"/>
                </a:solidFill>
                <a:effectLst/>
                <a:latin typeface="Calibri" panose="020F0502020204030204" pitchFamily="34" charset="0"/>
              </a:rPr>
              <a:t>ProviderName = Oracle</a:t>
            </a:r>
            <a:endParaRPr lang="en-US"/>
          </a:p>
        </p:txBody>
      </p:sp>
      <p:sp>
        <p:nvSpPr>
          <p:cNvPr id="60" name="Arrow: Down 59">
            <a:extLst>
              <a:ext uri="{FF2B5EF4-FFF2-40B4-BE49-F238E27FC236}">
                <a16:creationId xmlns:a16="http://schemas.microsoft.com/office/drawing/2014/main" id="{7A3A5740-D523-F14A-0120-45582317CA82}"/>
              </a:ext>
            </a:extLst>
          </p:cNvPr>
          <p:cNvSpPr/>
          <p:nvPr/>
        </p:nvSpPr>
        <p:spPr>
          <a:xfrm>
            <a:off x="2131060" y="2442210"/>
            <a:ext cx="182880" cy="274320"/>
          </a:xfrm>
          <a:prstGeom prst="downArrow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Arrow: Down 60">
            <a:extLst>
              <a:ext uri="{FF2B5EF4-FFF2-40B4-BE49-F238E27FC236}">
                <a16:creationId xmlns:a16="http://schemas.microsoft.com/office/drawing/2014/main" id="{58EAA174-F06A-4C0E-3668-A9CF49BF1A47}"/>
              </a:ext>
            </a:extLst>
          </p:cNvPr>
          <p:cNvSpPr/>
          <p:nvPr/>
        </p:nvSpPr>
        <p:spPr>
          <a:xfrm>
            <a:off x="2131060" y="3562350"/>
            <a:ext cx="182880" cy="274320"/>
          </a:xfrm>
          <a:prstGeom prst="downArrow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Arrow: Down 61">
            <a:extLst>
              <a:ext uri="{FF2B5EF4-FFF2-40B4-BE49-F238E27FC236}">
                <a16:creationId xmlns:a16="http://schemas.microsoft.com/office/drawing/2014/main" id="{51363B48-B93F-D111-38CA-D3C7FA784614}"/>
              </a:ext>
            </a:extLst>
          </p:cNvPr>
          <p:cNvSpPr/>
          <p:nvPr/>
        </p:nvSpPr>
        <p:spPr>
          <a:xfrm>
            <a:off x="2131060" y="4682490"/>
            <a:ext cx="182880" cy="274320"/>
          </a:xfrm>
          <a:prstGeom prst="downArrow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Arrow: Down 62">
            <a:extLst>
              <a:ext uri="{FF2B5EF4-FFF2-40B4-BE49-F238E27FC236}">
                <a16:creationId xmlns:a16="http://schemas.microsoft.com/office/drawing/2014/main" id="{4B0BAF34-D228-55DB-B9A5-DF98114A3A6C}"/>
              </a:ext>
            </a:extLst>
          </p:cNvPr>
          <p:cNvSpPr/>
          <p:nvPr/>
        </p:nvSpPr>
        <p:spPr>
          <a:xfrm>
            <a:off x="6004560" y="2442210"/>
            <a:ext cx="182880" cy="274320"/>
          </a:xfrm>
          <a:prstGeom prst="downArrow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Arrow: Down 63">
            <a:extLst>
              <a:ext uri="{FF2B5EF4-FFF2-40B4-BE49-F238E27FC236}">
                <a16:creationId xmlns:a16="http://schemas.microsoft.com/office/drawing/2014/main" id="{07E81006-ECDF-EDCD-357E-1E36A2399DB6}"/>
              </a:ext>
            </a:extLst>
          </p:cNvPr>
          <p:cNvSpPr/>
          <p:nvPr/>
        </p:nvSpPr>
        <p:spPr>
          <a:xfrm>
            <a:off x="6004560" y="3562350"/>
            <a:ext cx="182880" cy="274320"/>
          </a:xfrm>
          <a:prstGeom prst="downArrow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Arrow: Down 64">
            <a:extLst>
              <a:ext uri="{FF2B5EF4-FFF2-40B4-BE49-F238E27FC236}">
                <a16:creationId xmlns:a16="http://schemas.microsoft.com/office/drawing/2014/main" id="{0E39B82D-F538-8DA2-6840-5D40A99C2257}"/>
              </a:ext>
            </a:extLst>
          </p:cNvPr>
          <p:cNvSpPr/>
          <p:nvPr/>
        </p:nvSpPr>
        <p:spPr>
          <a:xfrm>
            <a:off x="6004560" y="4682490"/>
            <a:ext cx="182880" cy="274320"/>
          </a:xfrm>
          <a:prstGeom prst="downArrow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Arrow: Down 65">
            <a:extLst>
              <a:ext uri="{FF2B5EF4-FFF2-40B4-BE49-F238E27FC236}">
                <a16:creationId xmlns:a16="http://schemas.microsoft.com/office/drawing/2014/main" id="{FB8F55B4-9CA4-0554-8DA1-0DAD7DC17B78}"/>
              </a:ext>
            </a:extLst>
          </p:cNvPr>
          <p:cNvSpPr/>
          <p:nvPr/>
        </p:nvSpPr>
        <p:spPr>
          <a:xfrm>
            <a:off x="9878060" y="2442210"/>
            <a:ext cx="182880" cy="274320"/>
          </a:xfrm>
          <a:prstGeom prst="downArrow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Arrow: Down 66">
            <a:extLst>
              <a:ext uri="{FF2B5EF4-FFF2-40B4-BE49-F238E27FC236}">
                <a16:creationId xmlns:a16="http://schemas.microsoft.com/office/drawing/2014/main" id="{2AFF5E7A-6013-AE33-EFD1-AEA7F3D6E13E}"/>
              </a:ext>
            </a:extLst>
          </p:cNvPr>
          <p:cNvSpPr/>
          <p:nvPr/>
        </p:nvSpPr>
        <p:spPr>
          <a:xfrm>
            <a:off x="9878060" y="3562350"/>
            <a:ext cx="182880" cy="274320"/>
          </a:xfrm>
          <a:prstGeom prst="downArrow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Arrow: Down 67">
            <a:extLst>
              <a:ext uri="{FF2B5EF4-FFF2-40B4-BE49-F238E27FC236}">
                <a16:creationId xmlns:a16="http://schemas.microsoft.com/office/drawing/2014/main" id="{C5097F24-0AF4-BE56-37A3-E1784AEA773D}"/>
              </a:ext>
            </a:extLst>
          </p:cNvPr>
          <p:cNvSpPr/>
          <p:nvPr/>
        </p:nvSpPr>
        <p:spPr>
          <a:xfrm>
            <a:off x="9878060" y="4682490"/>
            <a:ext cx="182880" cy="274320"/>
          </a:xfrm>
          <a:prstGeom prst="downArrow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86A6366-724B-0D78-2D6B-75C8FDD89B12}"/>
              </a:ext>
            </a:extLst>
          </p:cNvPr>
          <p:cNvSpPr/>
          <p:nvPr/>
        </p:nvSpPr>
        <p:spPr>
          <a:xfrm>
            <a:off x="457200" y="5951220"/>
            <a:ext cx="11277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A5A6E"/>
                </a:solidFill>
                <a:effectLst/>
                <a:latin typeface="Calibri" panose="020F0502020204030204" pitchFamily="34" charset="0"/>
              </a:rPr>
              <a:t>Regra do hub: parquet, uma pasta por escopo e manifest.json ao final de cada carga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859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05B585A1-2583-9211-2169-CB4597F28C7B}"/>
              </a:ext>
            </a:extLst>
          </p:cNvPr>
          <p:cNvSpPr/>
          <p:nvPr/>
        </p:nvSpPr>
        <p:spPr>
          <a:xfrm>
            <a:off x="457200" y="2011680"/>
            <a:ext cx="11277600" cy="381000"/>
          </a:xfrm>
          <a:prstGeom prst="rect">
            <a:avLst/>
          </a:prstGeom>
          <a:solidFill>
            <a:srgbClr val="1B3A6B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DEEBF7"/>
                </a:solidFill>
                <a:effectLst/>
                <a:latin typeface="Calibri" panose="020F0502020204030204" pitchFamily="34" charset="0"/>
              </a:rPr>
              <a:t>PRÓXIMOS PASSOS</a:t>
            </a:r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3497B38-A857-0F4D-3699-A8540776E4FB}"/>
              </a:ext>
            </a:extLst>
          </p:cNvPr>
          <p:cNvSpPr/>
          <p:nvPr/>
        </p:nvSpPr>
        <p:spPr>
          <a:xfrm>
            <a:off x="457200" y="2529840"/>
            <a:ext cx="11277600" cy="1234440"/>
          </a:xfrm>
          <a:prstGeom prst="rect">
            <a:avLst/>
          </a:prstGeom>
          <a:solidFill>
            <a:srgbClr val="1B3A6B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Começar pequeno, provar valor em 30 dias</a:t>
            </a:r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26CEBAE-32D7-EC71-0034-8C2BDA1CB034}"/>
              </a:ext>
            </a:extLst>
          </p:cNvPr>
          <p:cNvSpPr/>
          <p:nvPr/>
        </p:nvSpPr>
        <p:spPr>
          <a:xfrm>
            <a:off x="457200" y="3947160"/>
            <a:ext cx="11277600" cy="1356360"/>
          </a:xfrm>
          <a:prstGeom prst="rect">
            <a:avLst/>
          </a:prstGeom>
          <a:solidFill>
            <a:srgbClr val="1B3A6B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>
                <a:solidFill>
                  <a:srgbClr val="DEEBF7"/>
                </a:solidFill>
                <a:effectLst/>
                <a:latin typeface="Calibri" panose="020F0502020204030204" pitchFamily="34" charset="0"/>
              </a:rPr>
              <a:t>1 · FinOps hubs em modo Fabric (F2) com managed exports do Azure</a:t>
            </a:r>
          </a:p>
          <a:p>
            <a:pPr>
              <a:buNone/>
            </a:pPr>
            <a:r>
              <a:rPr lang="en-US" sz="1600">
                <a:solidFill>
                  <a:srgbClr val="DEEBF7"/>
                </a:solidFill>
                <a:effectLst/>
                <a:latin typeface="Calibri" panose="020F0502020204030204" pitchFamily="34" charset="0"/>
              </a:rPr>
              <a:t>2 · AWS: Data Export FOCUS 1.0 + pipeline S3 para ingestion/Costs/aws</a:t>
            </a:r>
          </a:p>
          <a:p>
            <a:pPr>
              <a:buNone/>
            </a:pPr>
            <a:r>
              <a:rPr lang="en-US" sz="1600">
                <a:solidFill>
                  <a:srgbClr val="DEEBF7"/>
                </a:solidFill>
                <a:effectLst/>
                <a:latin typeface="Calibri" panose="020F0502020204030204" pitchFamily="34" charset="0"/>
              </a:rPr>
              <a:t>3 · OCI: cópia dos FOCUS reports para bucket próprio + pipeline OCI</a:t>
            </a:r>
          </a:p>
          <a:p>
            <a:pPr>
              <a:buNone/>
            </a:pPr>
            <a:r>
              <a:rPr lang="en-US" sz="1600">
                <a:solidFill>
                  <a:srgbClr val="DEEBF7"/>
                </a:solidFill>
                <a:effectLst/>
                <a:latin typeface="Calibri" panose="020F0502020204030204" pitchFamily="34" charset="0"/>
              </a:rPr>
              <a:t>4 · Recomendações das três nuvens na tabela Recommendations do hub</a:t>
            </a:r>
          </a:p>
          <a:p>
            <a:pPr>
              <a:buNone/>
            </a:pPr>
            <a:r>
              <a:rPr lang="en-US" sz="1600">
                <a:solidFill>
                  <a:srgbClr val="DEEBF7"/>
                </a:solidFill>
                <a:effectLst/>
                <a:latin typeface="Calibri" panose="020F0502020204030204" pitchFamily="34" charset="0"/>
              </a:rPr>
              <a:t>5 · Página multicloud no Power BI, anomalias em KQL e alertas no Teams</a:t>
            </a:r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C87E977-EE0A-0F4B-445D-A1DAFF550450}"/>
              </a:ext>
            </a:extLst>
          </p:cNvPr>
          <p:cNvSpPr/>
          <p:nvPr/>
        </p:nvSpPr>
        <p:spPr>
          <a:xfrm>
            <a:off x="457200" y="5760720"/>
            <a:ext cx="11277600" cy="350520"/>
          </a:xfrm>
          <a:prstGeom prst="rect">
            <a:avLst/>
          </a:prstGeom>
          <a:solidFill>
            <a:srgbClr val="1B3A6B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DEEBF7"/>
                </a:solidFill>
                <a:effectLst/>
                <a:latin typeface="Calibri" panose="020F0502020204030204" pitchFamily="34" charset="0"/>
              </a:rPr>
              <a:t>Custo do hub (doc): F2 ~US$ 300/mês + US$ 10 por US$ 1 milhão monitorado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144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5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12</cp:revision>
  <dcterms:created xsi:type="dcterms:W3CDTF">2026-09-02T15:39:27Z</dcterms:created>
  <dcterms:modified xsi:type="dcterms:W3CDTF">2026-09-02T15:46:38Z</dcterms:modified>
  <cp:category/>
</cp:coreProperties>
</file>